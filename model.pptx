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278" r:id="rId5"/>
    <p:sldId id="279" r:id="rId6"/>
    <p:sldId id="256" r:id="rId7"/>
    <p:sldId id="257" r:id="rId8"/>
    <p:sldId id="259" r:id="rId9"/>
    <p:sldId id="260" r:id="rId10"/>
    <p:sldId id="275" r:id="rId11"/>
    <p:sldId id="266" r:id="rId12"/>
    <p:sldId id="258" r:id="rId13"/>
    <p:sldId id="263" r:id="rId14"/>
    <p:sldId id="264" r:id="rId15"/>
    <p:sldId id="270" r:id="rId16"/>
    <p:sldId id="267" r:id="rId17"/>
    <p:sldId id="268" r:id="rId18"/>
    <p:sldId id="271" r:id="rId19"/>
    <p:sldId id="276" r:id="rId20"/>
    <p:sldId id="261" r:id="rId21"/>
    <p:sldId id="269" r:id="rId22"/>
    <p:sldId id="273" r:id="rId23"/>
    <p:sldId id="274" r:id="rId24"/>
    <p:sldId id="272" r:id="rId25"/>
    <p:sldId id="277" r:id="rId2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A223"/>
    <a:srgbClr val="B1C766"/>
    <a:srgbClr val="8DB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8" autoAdjust="0"/>
    <p:restoredTop sz="95934"/>
  </p:normalViewPr>
  <p:slideViewPr>
    <p:cSldViewPr snapToGrid="0" snapToObjects="1">
      <p:cViewPr varScale="1">
        <p:scale>
          <a:sx n="161" d="100"/>
          <a:sy n="161" d="100"/>
        </p:scale>
        <p:origin x="194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402B0A2-3364-EF44-AFC1-B05DE05F8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ABD9D6-9EEB-4B49-9C81-9626DAFCB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05B58-CDC5-0B43-82BE-E9E87CFAE449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DC3110-15E1-9047-9623-5C07133D65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1F08-24D0-6743-B8E8-5A5347A39E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8C34F-E734-7B48-91FF-D5A6246855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836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7BC21-B374-3441-A049-915BD53149BC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5EEAD-BC61-F64F-B74B-009758B646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009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cture Placeholder 185">
            <a:extLst>
              <a:ext uri="{FF2B5EF4-FFF2-40B4-BE49-F238E27FC236}">
                <a16:creationId xmlns:a16="http://schemas.microsoft.com/office/drawing/2014/main" id="{9F3FEAEF-AED6-4FB6-8C00-4E271FD14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9247" y="371586"/>
            <a:ext cx="4089444" cy="6144427"/>
          </a:xfrm>
          <a:custGeom>
            <a:avLst/>
            <a:gdLst>
              <a:gd name="connsiteX0" fmla="*/ 0 w 17038640"/>
              <a:gd name="connsiteY0" fmla="*/ 15597745 h 25603201"/>
              <a:gd name="connsiteX1" fmla="*/ 1376468 w 17038640"/>
              <a:gd name="connsiteY1" fmla="*/ 15597745 h 25603201"/>
              <a:gd name="connsiteX2" fmla="*/ 1699886 w 17038640"/>
              <a:gd name="connsiteY2" fmla="*/ 15633825 h 25603201"/>
              <a:gd name="connsiteX3" fmla="*/ 2008988 w 17038640"/>
              <a:gd name="connsiteY3" fmla="*/ 15699567 h 25603201"/>
              <a:gd name="connsiteX4" fmla="*/ 2311510 w 17038640"/>
              <a:gd name="connsiteY4" fmla="*/ 15778833 h 25603201"/>
              <a:gd name="connsiteX5" fmla="*/ 2592704 w 17038640"/>
              <a:gd name="connsiteY5" fmla="*/ 15887173 h 25603201"/>
              <a:gd name="connsiteX6" fmla="*/ 2873846 w 17038640"/>
              <a:gd name="connsiteY6" fmla="*/ 16010107 h 25603201"/>
              <a:gd name="connsiteX7" fmla="*/ 3133128 w 17038640"/>
              <a:gd name="connsiteY7" fmla="*/ 16162647 h 25603201"/>
              <a:gd name="connsiteX8" fmla="*/ 3385464 w 17038640"/>
              <a:gd name="connsiteY8" fmla="*/ 16329249 h 25603201"/>
              <a:gd name="connsiteX9" fmla="*/ 3621336 w 17038640"/>
              <a:gd name="connsiteY9" fmla="*/ 16531931 h 25603201"/>
              <a:gd name="connsiteX10" fmla="*/ 3851752 w 17038640"/>
              <a:gd name="connsiteY10" fmla="*/ 16727605 h 25603201"/>
              <a:gd name="connsiteX11" fmla="*/ 4054274 w 17038640"/>
              <a:gd name="connsiteY11" fmla="*/ 16952361 h 25603201"/>
              <a:gd name="connsiteX12" fmla="*/ 4233434 w 17038640"/>
              <a:gd name="connsiteY12" fmla="*/ 17190635 h 25603201"/>
              <a:gd name="connsiteX13" fmla="*/ 4392178 w 17038640"/>
              <a:gd name="connsiteY13" fmla="*/ 17445593 h 25603201"/>
              <a:gd name="connsiteX14" fmla="*/ 4536546 w 17038640"/>
              <a:gd name="connsiteY14" fmla="*/ 17711981 h 25603201"/>
              <a:gd name="connsiteX15" fmla="*/ 4651940 w 17038640"/>
              <a:gd name="connsiteY15" fmla="*/ 17994941 h 25603201"/>
              <a:gd name="connsiteX16" fmla="*/ 4752000 w 17038640"/>
              <a:gd name="connsiteY16" fmla="*/ 18291957 h 25603201"/>
              <a:gd name="connsiteX17" fmla="*/ 4824156 w 17038640"/>
              <a:gd name="connsiteY17" fmla="*/ 18617035 h 25603201"/>
              <a:gd name="connsiteX18" fmla="*/ 4870068 w 17038640"/>
              <a:gd name="connsiteY18" fmla="*/ 19162533 h 25603201"/>
              <a:gd name="connsiteX19" fmla="*/ 4906460 w 17038640"/>
              <a:gd name="connsiteY19" fmla="*/ 19710499 h 25603201"/>
              <a:gd name="connsiteX20" fmla="*/ 4933138 w 17038640"/>
              <a:gd name="connsiteY20" fmla="*/ 20322923 h 25603201"/>
              <a:gd name="connsiteX21" fmla="*/ 2960968 w 17038640"/>
              <a:gd name="connsiteY21" fmla="*/ 20322923 h 25603201"/>
              <a:gd name="connsiteX22" fmla="*/ 2941512 w 17038640"/>
              <a:gd name="connsiteY22" fmla="*/ 22360405 h 25603201"/>
              <a:gd name="connsiteX23" fmla="*/ 4939072 w 17038640"/>
              <a:gd name="connsiteY23" fmla="*/ 22360405 h 25603201"/>
              <a:gd name="connsiteX24" fmla="*/ 4939072 w 17038640"/>
              <a:gd name="connsiteY24" fmla="*/ 25603201 h 25603201"/>
              <a:gd name="connsiteX25" fmla="*/ 0 w 17038640"/>
              <a:gd name="connsiteY25" fmla="*/ 25603201 h 25603201"/>
              <a:gd name="connsiteX26" fmla="*/ 7017004 w 17038640"/>
              <a:gd name="connsiteY26" fmla="*/ 13468438 h 25603201"/>
              <a:gd name="connsiteX27" fmla="*/ 7017004 w 17038640"/>
              <a:gd name="connsiteY27" fmla="*/ 15579307 h 25603201"/>
              <a:gd name="connsiteX28" fmla="*/ 9110716 w 17038640"/>
              <a:gd name="connsiteY28" fmla="*/ 15579307 h 25603201"/>
              <a:gd name="connsiteX29" fmla="*/ 9110716 w 17038640"/>
              <a:gd name="connsiteY29" fmla="*/ 13468438 h 25603201"/>
              <a:gd name="connsiteX30" fmla="*/ 0 w 17038640"/>
              <a:gd name="connsiteY30" fmla="*/ 0 h 25603201"/>
              <a:gd name="connsiteX31" fmla="*/ 17038640 w 17038640"/>
              <a:gd name="connsiteY31" fmla="*/ 0 h 25603201"/>
              <a:gd name="connsiteX32" fmla="*/ 17038640 w 17038640"/>
              <a:gd name="connsiteY32" fmla="*/ 25603201 h 25603201"/>
              <a:gd name="connsiteX33" fmla="*/ 7011832 w 17038640"/>
              <a:gd name="connsiteY33" fmla="*/ 25603201 h 25603201"/>
              <a:gd name="connsiteX34" fmla="*/ 7011832 w 17038640"/>
              <a:gd name="connsiteY34" fmla="*/ 22360405 h 25603201"/>
              <a:gd name="connsiteX35" fmla="*/ 9174064 w 17038640"/>
              <a:gd name="connsiteY35" fmla="*/ 22360405 h 25603201"/>
              <a:gd name="connsiteX36" fmla="*/ 9174064 w 17038640"/>
              <a:gd name="connsiteY36" fmla="*/ 20322923 h 25603201"/>
              <a:gd name="connsiteX37" fmla="*/ 7008302 w 17038640"/>
              <a:gd name="connsiteY37" fmla="*/ 20322923 h 25603201"/>
              <a:gd name="connsiteX38" fmla="*/ 6998748 w 17038640"/>
              <a:gd name="connsiteY38" fmla="*/ 19802117 h 25603201"/>
              <a:gd name="connsiteX39" fmla="*/ 6987784 w 17038640"/>
              <a:gd name="connsiteY39" fmla="*/ 19450817 h 25603201"/>
              <a:gd name="connsiteX40" fmla="*/ 6968412 w 17038640"/>
              <a:gd name="connsiteY40" fmla="*/ 19109099 h 25603201"/>
              <a:gd name="connsiteX41" fmla="*/ 6933632 w 17038640"/>
              <a:gd name="connsiteY41" fmla="*/ 18617035 h 25603201"/>
              <a:gd name="connsiteX42" fmla="*/ 6896808 w 17038640"/>
              <a:gd name="connsiteY42" fmla="*/ 18321091 h 25603201"/>
              <a:gd name="connsiteX43" fmla="*/ 6840096 w 17038640"/>
              <a:gd name="connsiteY43" fmla="*/ 18038609 h 25603201"/>
              <a:gd name="connsiteX44" fmla="*/ 6775424 w 17038640"/>
              <a:gd name="connsiteY44" fmla="*/ 17763131 h 25603201"/>
              <a:gd name="connsiteX45" fmla="*/ 6688836 w 17038640"/>
              <a:gd name="connsiteY45" fmla="*/ 17502779 h 25603201"/>
              <a:gd name="connsiteX46" fmla="*/ 6601714 w 17038640"/>
              <a:gd name="connsiteY46" fmla="*/ 17234305 h 25603201"/>
              <a:gd name="connsiteX47" fmla="*/ 6502192 w 17038640"/>
              <a:gd name="connsiteY47" fmla="*/ 16988013 h 25603201"/>
              <a:gd name="connsiteX48" fmla="*/ 6393212 w 17038640"/>
              <a:gd name="connsiteY48" fmla="*/ 16742147 h 25603201"/>
              <a:gd name="connsiteX49" fmla="*/ 6263810 w 17038640"/>
              <a:gd name="connsiteY49" fmla="*/ 16510817 h 25603201"/>
              <a:gd name="connsiteX50" fmla="*/ 6141410 w 17038640"/>
              <a:gd name="connsiteY50" fmla="*/ 16272059 h 25603201"/>
              <a:gd name="connsiteX51" fmla="*/ 5997578 w 17038640"/>
              <a:gd name="connsiteY51" fmla="*/ 16053291 h 25603201"/>
              <a:gd name="connsiteX52" fmla="*/ 5846316 w 17038640"/>
              <a:gd name="connsiteY52" fmla="*/ 15837037 h 25603201"/>
              <a:gd name="connsiteX53" fmla="*/ 5514880 w 17038640"/>
              <a:gd name="connsiteY53" fmla="*/ 15431143 h 25603201"/>
              <a:gd name="connsiteX54" fmla="*/ 5327274 w 17038640"/>
              <a:gd name="connsiteY54" fmla="*/ 15243002 h 25603201"/>
              <a:gd name="connsiteX55" fmla="*/ 5133678 w 17038640"/>
              <a:gd name="connsiteY55" fmla="*/ 15054381 h 25603201"/>
              <a:gd name="connsiteX56" fmla="*/ 4493676 w 17038640"/>
              <a:gd name="connsiteY56" fmla="*/ 14540574 h 25603201"/>
              <a:gd name="connsiteX57" fmla="*/ 4038878 w 17038640"/>
              <a:gd name="connsiteY57" fmla="*/ 14258628 h 25603201"/>
              <a:gd name="connsiteX58" fmla="*/ 3808942 w 17038640"/>
              <a:gd name="connsiteY58" fmla="*/ 14120144 h 25603201"/>
              <a:gd name="connsiteX59" fmla="*/ 3319238 w 17038640"/>
              <a:gd name="connsiteY59" fmla="*/ 13903885 h 25603201"/>
              <a:gd name="connsiteX60" fmla="*/ 2809172 w 17038640"/>
              <a:gd name="connsiteY60" fmla="*/ 13729805 h 25603201"/>
              <a:gd name="connsiteX61" fmla="*/ 2275698 w 17038640"/>
              <a:gd name="connsiteY61" fmla="*/ 13599384 h 25603201"/>
              <a:gd name="connsiteX62" fmla="*/ 1722336 w 17038640"/>
              <a:gd name="connsiteY62" fmla="*/ 13513066 h 25603201"/>
              <a:gd name="connsiteX63" fmla="*/ 1146048 w 17038640"/>
              <a:gd name="connsiteY63" fmla="*/ 13468438 h 25603201"/>
              <a:gd name="connsiteX64" fmla="*/ 0 w 17038640"/>
              <a:gd name="connsiteY64" fmla="*/ 13468438 h 2560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7038640" h="25603201">
                <a:moveTo>
                  <a:pt x="0" y="15597745"/>
                </a:moveTo>
                <a:lnTo>
                  <a:pt x="1376468" y="15597745"/>
                </a:lnTo>
                <a:lnTo>
                  <a:pt x="1699886" y="15633825"/>
                </a:lnTo>
                <a:lnTo>
                  <a:pt x="2008988" y="15699567"/>
                </a:lnTo>
                <a:lnTo>
                  <a:pt x="2311510" y="15778833"/>
                </a:lnTo>
                <a:lnTo>
                  <a:pt x="2592704" y="15887173"/>
                </a:lnTo>
                <a:lnTo>
                  <a:pt x="2873846" y="16010107"/>
                </a:lnTo>
                <a:lnTo>
                  <a:pt x="3133128" y="16162647"/>
                </a:lnTo>
                <a:lnTo>
                  <a:pt x="3385464" y="16329249"/>
                </a:lnTo>
                <a:lnTo>
                  <a:pt x="3621336" y="16531931"/>
                </a:lnTo>
                <a:lnTo>
                  <a:pt x="3851752" y="16727605"/>
                </a:lnTo>
                <a:lnTo>
                  <a:pt x="4054274" y="16952361"/>
                </a:lnTo>
                <a:lnTo>
                  <a:pt x="4233434" y="17190635"/>
                </a:lnTo>
                <a:lnTo>
                  <a:pt x="4392178" y="17445593"/>
                </a:lnTo>
                <a:lnTo>
                  <a:pt x="4536546" y="17711981"/>
                </a:lnTo>
                <a:lnTo>
                  <a:pt x="4651940" y="17994941"/>
                </a:lnTo>
                <a:lnTo>
                  <a:pt x="4752000" y="18291957"/>
                </a:lnTo>
                <a:lnTo>
                  <a:pt x="4824156" y="18617035"/>
                </a:lnTo>
                <a:lnTo>
                  <a:pt x="4870068" y="19162533"/>
                </a:lnTo>
                <a:lnTo>
                  <a:pt x="4906460" y="19710499"/>
                </a:lnTo>
                <a:lnTo>
                  <a:pt x="4933138" y="20322923"/>
                </a:lnTo>
                <a:lnTo>
                  <a:pt x="2960968" y="20322923"/>
                </a:lnTo>
                <a:lnTo>
                  <a:pt x="2941512" y="22360405"/>
                </a:lnTo>
                <a:lnTo>
                  <a:pt x="4939072" y="22360405"/>
                </a:lnTo>
                <a:lnTo>
                  <a:pt x="4939072" y="25603201"/>
                </a:lnTo>
                <a:lnTo>
                  <a:pt x="0" y="25603201"/>
                </a:lnTo>
                <a:close/>
                <a:moveTo>
                  <a:pt x="7017004" y="13468438"/>
                </a:moveTo>
                <a:lnTo>
                  <a:pt x="7017004" y="15579307"/>
                </a:lnTo>
                <a:lnTo>
                  <a:pt x="9110716" y="15579307"/>
                </a:lnTo>
                <a:lnTo>
                  <a:pt x="9110716" y="13468438"/>
                </a:lnTo>
                <a:close/>
                <a:moveTo>
                  <a:pt x="0" y="0"/>
                </a:moveTo>
                <a:lnTo>
                  <a:pt x="17038640" y="0"/>
                </a:lnTo>
                <a:lnTo>
                  <a:pt x="17038640" y="25603201"/>
                </a:lnTo>
                <a:lnTo>
                  <a:pt x="7011832" y="25603201"/>
                </a:lnTo>
                <a:lnTo>
                  <a:pt x="7011832" y="22360405"/>
                </a:lnTo>
                <a:lnTo>
                  <a:pt x="9174064" y="22360405"/>
                </a:lnTo>
                <a:lnTo>
                  <a:pt x="9174064" y="20322923"/>
                </a:lnTo>
                <a:lnTo>
                  <a:pt x="7008302" y="20322923"/>
                </a:lnTo>
                <a:lnTo>
                  <a:pt x="6998748" y="19802117"/>
                </a:lnTo>
                <a:lnTo>
                  <a:pt x="6987784" y="19450817"/>
                </a:lnTo>
                <a:lnTo>
                  <a:pt x="6968412" y="19109099"/>
                </a:lnTo>
                <a:lnTo>
                  <a:pt x="6933632" y="18617035"/>
                </a:lnTo>
                <a:lnTo>
                  <a:pt x="6896808" y="18321091"/>
                </a:lnTo>
                <a:lnTo>
                  <a:pt x="6840096" y="18038609"/>
                </a:lnTo>
                <a:lnTo>
                  <a:pt x="6775424" y="17763131"/>
                </a:lnTo>
                <a:lnTo>
                  <a:pt x="6688836" y="17502779"/>
                </a:lnTo>
                <a:lnTo>
                  <a:pt x="6601714" y="17234305"/>
                </a:lnTo>
                <a:lnTo>
                  <a:pt x="6502192" y="16988013"/>
                </a:lnTo>
                <a:lnTo>
                  <a:pt x="6393212" y="16742147"/>
                </a:lnTo>
                <a:lnTo>
                  <a:pt x="6263810" y="16510817"/>
                </a:lnTo>
                <a:lnTo>
                  <a:pt x="6141410" y="16272059"/>
                </a:lnTo>
                <a:lnTo>
                  <a:pt x="5997578" y="16053291"/>
                </a:lnTo>
                <a:lnTo>
                  <a:pt x="5846316" y="15837037"/>
                </a:lnTo>
                <a:lnTo>
                  <a:pt x="5514880" y="15431143"/>
                </a:lnTo>
                <a:lnTo>
                  <a:pt x="5327274" y="15243002"/>
                </a:lnTo>
                <a:lnTo>
                  <a:pt x="5133678" y="15054381"/>
                </a:lnTo>
                <a:lnTo>
                  <a:pt x="4493676" y="14540574"/>
                </a:lnTo>
                <a:lnTo>
                  <a:pt x="4038878" y="14258628"/>
                </a:lnTo>
                <a:lnTo>
                  <a:pt x="3808942" y="14120144"/>
                </a:lnTo>
                <a:lnTo>
                  <a:pt x="3319238" y="13903885"/>
                </a:lnTo>
                <a:lnTo>
                  <a:pt x="2809172" y="13729805"/>
                </a:lnTo>
                <a:lnTo>
                  <a:pt x="2275698" y="13599384"/>
                </a:lnTo>
                <a:lnTo>
                  <a:pt x="1722336" y="13513066"/>
                </a:lnTo>
                <a:lnTo>
                  <a:pt x="1146048" y="13468438"/>
                </a:lnTo>
                <a:lnTo>
                  <a:pt x="0" y="13468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8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F83BB84-0103-44B3-9760-CDB5CB536805}"/>
              </a:ext>
            </a:extLst>
          </p:cNvPr>
          <p:cNvSpPr/>
          <p:nvPr userDrawn="1"/>
        </p:nvSpPr>
        <p:spPr>
          <a:xfrm rot="5400000">
            <a:off x="2974326" y="4649959"/>
            <a:ext cx="612198" cy="612257"/>
          </a:xfrm>
          <a:custGeom>
            <a:avLst/>
            <a:gdLst>
              <a:gd name="connsiteX0" fmla="*/ 0 w 2550965"/>
              <a:gd name="connsiteY0" fmla="*/ 1709533 h 2550965"/>
              <a:gd name="connsiteX1" fmla="*/ 0 w 2550965"/>
              <a:gd name="connsiteY1" fmla="*/ 841432 h 2550965"/>
              <a:gd name="connsiteX2" fmla="*/ 841435 w 2550965"/>
              <a:gd name="connsiteY2" fmla="*/ 841432 h 2550965"/>
              <a:gd name="connsiteX3" fmla="*/ 841435 w 2550965"/>
              <a:gd name="connsiteY3" fmla="*/ 0 h 2550965"/>
              <a:gd name="connsiteX4" fmla="*/ 1709535 w 2550965"/>
              <a:gd name="connsiteY4" fmla="*/ 0 h 2550965"/>
              <a:gd name="connsiteX5" fmla="*/ 1709535 w 2550965"/>
              <a:gd name="connsiteY5" fmla="*/ 841432 h 2550965"/>
              <a:gd name="connsiteX6" fmla="*/ 2550965 w 2550965"/>
              <a:gd name="connsiteY6" fmla="*/ 841432 h 2550965"/>
              <a:gd name="connsiteX7" fmla="*/ 2550965 w 2550965"/>
              <a:gd name="connsiteY7" fmla="*/ 1709533 h 2550965"/>
              <a:gd name="connsiteX8" fmla="*/ 1709535 w 2550965"/>
              <a:gd name="connsiteY8" fmla="*/ 1709533 h 2550965"/>
              <a:gd name="connsiteX9" fmla="*/ 1709535 w 2550965"/>
              <a:gd name="connsiteY9" fmla="*/ 2550965 h 2550965"/>
              <a:gd name="connsiteX10" fmla="*/ 841435 w 2550965"/>
              <a:gd name="connsiteY10" fmla="*/ 2550965 h 2550965"/>
              <a:gd name="connsiteX11" fmla="*/ 841435 w 2550965"/>
              <a:gd name="connsiteY11" fmla="*/ 1709533 h 25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50965" h="2550965">
                <a:moveTo>
                  <a:pt x="0" y="1709533"/>
                </a:moveTo>
                <a:lnTo>
                  <a:pt x="0" y="841432"/>
                </a:lnTo>
                <a:lnTo>
                  <a:pt x="841435" y="841432"/>
                </a:lnTo>
                <a:lnTo>
                  <a:pt x="841435" y="0"/>
                </a:lnTo>
                <a:lnTo>
                  <a:pt x="1709535" y="0"/>
                </a:lnTo>
                <a:lnTo>
                  <a:pt x="1709535" y="841432"/>
                </a:lnTo>
                <a:lnTo>
                  <a:pt x="2550965" y="841432"/>
                </a:lnTo>
                <a:lnTo>
                  <a:pt x="2550965" y="1709533"/>
                </a:lnTo>
                <a:lnTo>
                  <a:pt x="1709535" y="1709533"/>
                </a:lnTo>
                <a:lnTo>
                  <a:pt x="1709535" y="2550965"/>
                </a:lnTo>
                <a:lnTo>
                  <a:pt x="841435" y="2550965"/>
                </a:lnTo>
                <a:lnTo>
                  <a:pt x="841435" y="17095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115397F-3F8E-46F3-8104-A2C3440D04DC}"/>
              </a:ext>
            </a:extLst>
          </p:cNvPr>
          <p:cNvSpPr/>
          <p:nvPr userDrawn="1"/>
        </p:nvSpPr>
        <p:spPr>
          <a:xfrm>
            <a:off x="3914443" y="1947904"/>
            <a:ext cx="469304" cy="933146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94DFAD3-3BAA-43A5-AA03-54CEABE808C7}"/>
              </a:ext>
            </a:extLst>
          </p:cNvPr>
          <p:cNvSpPr/>
          <p:nvPr userDrawn="1"/>
        </p:nvSpPr>
        <p:spPr>
          <a:xfrm>
            <a:off x="2229493" y="1003382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grpSp>
        <p:nvGrpSpPr>
          <p:cNvPr id="176" name="Groupe 156">
            <a:extLst>
              <a:ext uri="{FF2B5EF4-FFF2-40B4-BE49-F238E27FC236}">
                <a16:creationId xmlns:a16="http://schemas.microsoft.com/office/drawing/2014/main" id="{338D252C-84E4-4B71-A163-F60D45448C3B}"/>
              </a:ext>
            </a:extLst>
          </p:cNvPr>
          <p:cNvGrpSpPr/>
          <p:nvPr userDrawn="1"/>
        </p:nvGrpSpPr>
        <p:grpSpPr>
          <a:xfrm>
            <a:off x="3233450" y="19073"/>
            <a:ext cx="899813" cy="498075"/>
            <a:chOff x="3230833" y="6645"/>
            <a:chExt cx="902409" cy="499560"/>
          </a:xfrm>
        </p:grpSpPr>
        <p:sp>
          <p:nvSpPr>
            <p:cNvPr id="177" name="object 23">
              <a:extLst>
                <a:ext uri="{FF2B5EF4-FFF2-40B4-BE49-F238E27FC236}">
                  <a16:creationId xmlns:a16="http://schemas.microsoft.com/office/drawing/2014/main" id="{BD8218E8-3B17-43AB-B33E-949D2318DB6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8" name="object 24">
              <a:extLst>
                <a:ext uri="{FF2B5EF4-FFF2-40B4-BE49-F238E27FC236}">
                  <a16:creationId xmlns:a16="http://schemas.microsoft.com/office/drawing/2014/main" id="{19CA42D6-AC7F-4D87-B5F4-99C1EC242A02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9" name="object 25">
              <a:extLst>
                <a:ext uri="{FF2B5EF4-FFF2-40B4-BE49-F238E27FC236}">
                  <a16:creationId xmlns:a16="http://schemas.microsoft.com/office/drawing/2014/main" id="{D9D68F47-262E-4AC3-A9EC-F0C7CE402647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0" name="object 26">
              <a:extLst>
                <a:ext uri="{FF2B5EF4-FFF2-40B4-BE49-F238E27FC236}">
                  <a16:creationId xmlns:a16="http://schemas.microsoft.com/office/drawing/2014/main" id="{3425C396-CDD6-453C-B569-319CE5A353A0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1" name="object 27">
              <a:extLst>
                <a:ext uri="{FF2B5EF4-FFF2-40B4-BE49-F238E27FC236}">
                  <a16:creationId xmlns:a16="http://schemas.microsoft.com/office/drawing/2014/main" id="{E809289B-2BE0-41C0-8380-F5970B8F92A5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2" name="object 28">
              <a:extLst>
                <a:ext uri="{FF2B5EF4-FFF2-40B4-BE49-F238E27FC236}">
                  <a16:creationId xmlns:a16="http://schemas.microsoft.com/office/drawing/2014/main" id="{B4593CFC-7AC6-49E5-948D-E766EC3BF981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3" name="object 29">
              <a:extLst>
                <a:ext uri="{FF2B5EF4-FFF2-40B4-BE49-F238E27FC236}">
                  <a16:creationId xmlns:a16="http://schemas.microsoft.com/office/drawing/2014/main" id="{E21C0F3C-A547-41D7-87F5-D192C7761AC1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4" name="object 30">
              <a:extLst>
                <a:ext uri="{FF2B5EF4-FFF2-40B4-BE49-F238E27FC236}">
                  <a16:creationId xmlns:a16="http://schemas.microsoft.com/office/drawing/2014/main" id="{6F1B5E9E-8363-4A3D-BF6B-E9631E8A886B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5" name="object 31">
              <a:extLst>
                <a:ext uri="{FF2B5EF4-FFF2-40B4-BE49-F238E27FC236}">
                  <a16:creationId xmlns:a16="http://schemas.microsoft.com/office/drawing/2014/main" id="{B6B38092-9E37-47C3-BAA1-C5A8F919E706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7" name="object 32">
              <a:extLst>
                <a:ext uri="{FF2B5EF4-FFF2-40B4-BE49-F238E27FC236}">
                  <a16:creationId xmlns:a16="http://schemas.microsoft.com/office/drawing/2014/main" id="{38D71171-8579-461A-9DC9-08A9FB9519CC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8" name="object 33">
              <a:extLst>
                <a:ext uri="{FF2B5EF4-FFF2-40B4-BE49-F238E27FC236}">
                  <a16:creationId xmlns:a16="http://schemas.microsoft.com/office/drawing/2014/main" id="{5FE52D49-FD5B-4BD3-8FE7-792A8D1F821B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9" name="object 34">
              <a:extLst>
                <a:ext uri="{FF2B5EF4-FFF2-40B4-BE49-F238E27FC236}">
                  <a16:creationId xmlns:a16="http://schemas.microsoft.com/office/drawing/2014/main" id="{44C0F0BB-C8B0-40DB-9229-92470678AFF5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0" name="object 35">
              <a:extLst>
                <a:ext uri="{FF2B5EF4-FFF2-40B4-BE49-F238E27FC236}">
                  <a16:creationId xmlns:a16="http://schemas.microsoft.com/office/drawing/2014/main" id="{C68A89B2-15BF-42B1-A41B-6C5F9E9E803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1" name="object 36">
              <a:extLst>
                <a:ext uri="{FF2B5EF4-FFF2-40B4-BE49-F238E27FC236}">
                  <a16:creationId xmlns:a16="http://schemas.microsoft.com/office/drawing/2014/main" id="{9DAB20B9-E8A8-41C0-9DE5-791653500B4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2" name="object 37">
              <a:extLst>
                <a:ext uri="{FF2B5EF4-FFF2-40B4-BE49-F238E27FC236}">
                  <a16:creationId xmlns:a16="http://schemas.microsoft.com/office/drawing/2014/main" id="{DEFBBC13-8679-4FB6-AC41-0E1EA27372B8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3" name="object 38">
              <a:extLst>
                <a:ext uri="{FF2B5EF4-FFF2-40B4-BE49-F238E27FC236}">
                  <a16:creationId xmlns:a16="http://schemas.microsoft.com/office/drawing/2014/main" id="{DC4F7D1C-2645-4CD3-A1CC-7E6E03FC5D9A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4" name="object 39">
              <a:extLst>
                <a:ext uri="{FF2B5EF4-FFF2-40B4-BE49-F238E27FC236}">
                  <a16:creationId xmlns:a16="http://schemas.microsoft.com/office/drawing/2014/main" id="{B4784042-8E83-4E4E-B14C-E5B2926D842E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5" name="object 40">
              <a:extLst>
                <a:ext uri="{FF2B5EF4-FFF2-40B4-BE49-F238E27FC236}">
                  <a16:creationId xmlns:a16="http://schemas.microsoft.com/office/drawing/2014/main" id="{4CC23F4E-ECD2-44B9-960C-D47F89319F38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6" name="object 41">
              <a:extLst>
                <a:ext uri="{FF2B5EF4-FFF2-40B4-BE49-F238E27FC236}">
                  <a16:creationId xmlns:a16="http://schemas.microsoft.com/office/drawing/2014/main" id="{CABB980C-4023-4D65-83EA-03E370B6FD6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7" name="object 42">
              <a:extLst>
                <a:ext uri="{FF2B5EF4-FFF2-40B4-BE49-F238E27FC236}">
                  <a16:creationId xmlns:a16="http://schemas.microsoft.com/office/drawing/2014/main" id="{E73703C8-09FB-4415-A9D2-75FE5587A661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8" name="object 43">
              <a:extLst>
                <a:ext uri="{FF2B5EF4-FFF2-40B4-BE49-F238E27FC236}">
                  <a16:creationId xmlns:a16="http://schemas.microsoft.com/office/drawing/2014/main" id="{BA161AA4-892D-4568-981E-DCD706AB655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9" name="object 44">
              <a:extLst>
                <a:ext uri="{FF2B5EF4-FFF2-40B4-BE49-F238E27FC236}">
                  <a16:creationId xmlns:a16="http://schemas.microsoft.com/office/drawing/2014/main" id="{8533FBF8-7CC9-4F97-8226-DFE99F1AAA5B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0" name="object 45">
              <a:extLst>
                <a:ext uri="{FF2B5EF4-FFF2-40B4-BE49-F238E27FC236}">
                  <a16:creationId xmlns:a16="http://schemas.microsoft.com/office/drawing/2014/main" id="{DE421829-EFAC-4A3F-BEA9-063FC71FE2FD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1" name="object 46">
              <a:extLst>
                <a:ext uri="{FF2B5EF4-FFF2-40B4-BE49-F238E27FC236}">
                  <a16:creationId xmlns:a16="http://schemas.microsoft.com/office/drawing/2014/main" id="{F36BD943-E50F-4A79-B94B-A93C3DC9FA7A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2" name="object 47">
              <a:extLst>
                <a:ext uri="{FF2B5EF4-FFF2-40B4-BE49-F238E27FC236}">
                  <a16:creationId xmlns:a16="http://schemas.microsoft.com/office/drawing/2014/main" id="{F64CAB58-CF20-49B2-9C1D-F653C5793F50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3" name="object 48">
              <a:extLst>
                <a:ext uri="{FF2B5EF4-FFF2-40B4-BE49-F238E27FC236}">
                  <a16:creationId xmlns:a16="http://schemas.microsoft.com/office/drawing/2014/main" id="{ADA5A0FF-7165-466F-8115-53146B147824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4" name="object 49">
              <a:extLst>
                <a:ext uri="{FF2B5EF4-FFF2-40B4-BE49-F238E27FC236}">
                  <a16:creationId xmlns:a16="http://schemas.microsoft.com/office/drawing/2014/main" id="{F85E3CAC-3033-4F5D-8B0E-D2174588FCC9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5" name="object 50">
              <a:extLst>
                <a:ext uri="{FF2B5EF4-FFF2-40B4-BE49-F238E27FC236}">
                  <a16:creationId xmlns:a16="http://schemas.microsoft.com/office/drawing/2014/main" id="{E790185A-EB9D-4C54-8975-331574BB7132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6" name="object 51">
              <a:extLst>
                <a:ext uri="{FF2B5EF4-FFF2-40B4-BE49-F238E27FC236}">
                  <a16:creationId xmlns:a16="http://schemas.microsoft.com/office/drawing/2014/main" id="{5D6D6DF1-DF6F-40C2-8016-D8E3548F1929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7" name="object 52">
              <a:extLst>
                <a:ext uri="{FF2B5EF4-FFF2-40B4-BE49-F238E27FC236}">
                  <a16:creationId xmlns:a16="http://schemas.microsoft.com/office/drawing/2014/main" id="{D6DA3ECC-FEA8-4C15-AD3B-F3EFAA3A9D62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8" name="object 53">
              <a:extLst>
                <a:ext uri="{FF2B5EF4-FFF2-40B4-BE49-F238E27FC236}">
                  <a16:creationId xmlns:a16="http://schemas.microsoft.com/office/drawing/2014/main" id="{BE5CAA6C-A8FF-47B7-861B-B10F250B39B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9" name="object 54">
              <a:extLst>
                <a:ext uri="{FF2B5EF4-FFF2-40B4-BE49-F238E27FC236}">
                  <a16:creationId xmlns:a16="http://schemas.microsoft.com/office/drawing/2014/main" id="{60108C06-C239-41D6-BF9D-9D22570B2F8F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AA429B2-4494-4ADD-9C4E-9F9336522493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1" name="object 56">
              <a:extLst>
                <a:ext uri="{FF2B5EF4-FFF2-40B4-BE49-F238E27FC236}">
                  <a16:creationId xmlns:a16="http://schemas.microsoft.com/office/drawing/2014/main" id="{B225525D-D603-4EEE-A7DE-D51C165D81D8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2" name="object 57">
              <a:extLst>
                <a:ext uri="{FF2B5EF4-FFF2-40B4-BE49-F238E27FC236}">
                  <a16:creationId xmlns:a16="http://schemas.microsoft.com/office/drawing/2014/main" id="{D489A3A9-2158-4B62-9EF2-944B45D5269C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3" name="object 58">
              <a:extLst>
                <a:ext uri="{FF2B5EF4-FFF2-40B4-BE49-F238E27FC236}">
                  <a16:creationId xmlns:a16="http://schemas.microsoft.com/office/drawing/2014/main" id="{13C8E11B-C9B3-45E7-AE1F-D5E891666C7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4" name="object 59">
              <a:extLst>
                <a:ext uri="{FF2B5EF4-FFF2-40B4-BE49-F238E27FC236}">
                  <a16:creationId xmlns:a16="http://schemas.microsoft.com/office/drawing/2014/main" id="{DBEEFE1B-AFF0-4ECA-8F4B-1DA1B1BB106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6F6CD759-6A9C-42D7-ABC4-3AA7A09C5D74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08B7CDE3-0C6E-4083-AA57-97C17E1D2260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7" name="object 62">
              <a:extLst>
                <a:ext uri="{FF2B5EF4-FFF2-40B4-BE49-F238E27FC236}">
                  <a16:creationId xmlns:a16="http://schemas.microsoft.com/office/drawing/2014/main" id="{91C79260-DCC2-4566-BFC5-9F97CE36B42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8" name="object 63">
              <a:extLst>
                <a:ext uri="{FF2B5EF4-FFF2-40B4-BE49-F238E27FC236}">
                  <a16:creationId xmlns:a16="http://schemas.microsoft.com/office/drawing/2014/main" id="{799607A4-BE81-44B1-828E-365B9C1C0831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9" name="object 64">
              <a:extLst>
                <a:ext uri="{FF2B5EF4-FFF2-40B4-BE49-F238E27FC236}">
                  <a16:creationId xmlns:a16="http://schemas.microsoft.com/office/drawing/2014/main" id="{8E9FCEB8-7AA8-4398-B084-B7582950F178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0" name="object 65">
              <a:extLst>
                <a:ext uri="{FF2B5EF4-FFF2-40B4-BE49-F238E27FC236}">
                  <a16:creationId xmlns:a16="http://schemas.microsoft.com/office/drawing/2014/main" id="{8F5B4D47-B2DD-4ED2-9CE3-06840837631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1" name="object 66">
              <a:extLst>
                <a:ext uri="{FF2B5EF4-FFF2-40B4-BE49-F238E27FC236}">
                  <a16:creationId xmlns:a16="http://schemas.microsoft.com/office/drawing/2014/main" id="{19612715-ACD4-409C-BF4B-5101E311D481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2" name="object 67">
              <a:extLst>
                <a:ext uri="{FF2B5EF4-FFF2-40B4-BE49-F238E27FC236}">
                  <a16:creationId xmlns:a16="http://schemas.microsoft.com/office/drawing/2014/main" id="{A36025B0-E137-4137-82EE-3E9D796E8B13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3" name="object 68">
              <a:extLst>
                <a:ext uri="{FF2B5EF4-FFF2-40B4-BE49-F238E27FC236}">
                  <a16:creationId xmlns:a16="http://schemas.microsoft.com/office/drawing/2014/main" id="{854CB5CC-F68E-4CE8-BB22-B7B105FCDED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4" name="object 69">
              <a:extLst>
                <a:ext uri="{FF2B5EF4-FFF2-40B4-BE49-F238E27FC236}">
                  <a16:creationId xmlns:a16="http://schemas.microsoft.com/office/drawing/2014/main" id="{1249E9AA-E592-4261-A420-85692AACB2D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5" name="object 70">
              <a:extLst>
                <a:ext uri="{FF2B5EF4-FFF2-40B4-BE49-F238E27FC236}">
                  <a16:creationId xmlns:a16="http://schemas.microsoft.com/office/drawing/2014/main" id="{60E57261-8568-48CB-ABCA-E3439902FE2E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6" name="object 71">
              <a:extLst>
                <a:ext uri="{FF2B5EF4-FFF2-40B4-BE49-F238E27FC236}">
                  <a16:creationId xmlns:a16="http://schemas.microsoft.com/office/drawing/2014/main" id="{E4F28A9C-23CD-4F11-829E-65E72830AF69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7" name="object 72">
              <a:extLst>
                <a:ext uri="{FF2B5EF4-FFF2-40B4-BE49-F238E27FC236}">
                  <a16:creationId xmlns:a16="http://schemas.microsoft.com/office/drawing/2014/main" id="{94F7B97E-8C1D-40E0-BC4F-3D525BC427DC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8" name="object 73">
              <a:extLst>
                <a:ext uri="{FF2B5EF4-FFF2-40B4-BE49-F238E27FC236}">
                  <a16:creationId xmlns:a16="http://schemas.microsoft.com/office/drawing/2014/main" id="{3B3BF37C-AA70-4941-ADB7-0FD435B79E1B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9" name="object 74">
              <a:extLst>
                <a:ext uri="{FF2B5EF4-FFF2-40B4-BE49-F238E27FC236}">
                  <a16:creationId xmlns:a16="http://schemas.microsoft.com/office/drawing/2014/main" id="{D4227B11-76DD-4E9E-A817-35E31F5AB38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0" name="object 75">
              <a:extLst>
                <a:ext uri="{FF2B5EF4-FFF2-40B4-BE49-F238E27FC236}">
                  <a16:creationId xmlns:a16="http://schemas.microsoft.com/office/drawing/2014/main" id="{A737DD4C-E431-459C-92EC-B247DCE1B35E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1" name="object 76">
              <a:extLst>
                <a:ext uri="{FF2B5EF4-FFF2-40B4-BE49-F238E27FC236}">
                  <a16:creationId xmlns:a16="http://schemas.microsoft.com/office/drawing/2014/main" id="{B2EE1DA8-09B8-468E-BCA0-5C66A9144DB1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2" name="object 77">
              <a:extLst>
                <a:ext uri="{FF2B5EF4-FFF2-40B4-BE49-F238E27FC236}">
                  <a16:creationId xmlns:a16="http://schemas.microsoft.com/office/drawing/2014/main" id="{4F8414AC-FF49-4E36-A9AD-471196EF414E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3" name="object 78">
              <a:extLst>
                <a:ext uri="{FF2B5EF4-FFF2-40B4-BE49-F238E27FC236}">
                  <a16:creationId xmlns:a16="http://schemas.microsoft.com/office/drawing/2014/main" id="{71DCF65D-0D92-421D-82EC-8395A1A66D83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4" name="object 79">
              <a:extLst>
                <a:ext uri="{FF2B5EF4-FFF2-40B4-BE49-F238E27FC236}">
                  <a16:creationId xmlns:a16="http://schemas.microsoft.com/office/drawing/2014/main" id="{237E6913-713C-4CF1-9952-096CE044E1C9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5" name="object 80">
              <a:extLst>
                <a:ext uri="{FF2B5EF4-FFF2-40B4-BE49-F238E27FC236}">
                  <a16:creationId xmlns:a16="http://schemas.microsoft.com/office/drawing/2014/main" id="{05419E5D-0E0D-436A-A983-64BDA1A9C57E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6" name="object 81">
              <a:extLst>
                <a:ext uri="{FF2B5EF4-FFF2-40B4-BE49-F238E27FC236}">
                  <a16:creationId xmlns:a16="http://schemas.microsoft.com/office/drawing/2014/main" id="{B29AA640-03DA-4B90-95A0-864D548D0EF3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7" name="object 82">
              <a:extLst>
                <a:ext uri="{FF2B5EF4-FFF2-40B4-BE49-F238E27FC236}">
                  <a16:creationId xmlns:a16="http://schemas.microsoft.com/office/drawing/2014/main" id="{F3811173-ABF8-46BF-BAAE-A7A5105A000A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8" name="object 83">
              <a:extLst>
                <a:ext uri="{FF2B5EF4-FFF2-40B4-BE49-F238E27FC236}">
                  <a16:creationId xmlns:a16="http://schemas.microsoft.com/office/drawing/2014/main" id="{3F5084CA-0704-4404-A610-0B98B77ECA64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9" name="object 84">
              <a:extLst>
                <a:ext uri="{FF2B5EF4-FFF2-40B4-BE49-F238E27FC236}">
                  <a16:creationId xmlns:a16="http://schemas.microsoft.com/office/drawing/2014/main" id="{7FF4312A-1AAD-40CE-8B8B-C6504CBAC69D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0" name="object 85">
              <a:extLst>
                <a:ext uri="{FF2B5EF4-FFF2-40B4-BE49-F238E27FC236}">
                  <a16:creationId xmlns:a16="http://schemas.microsoft.com/office/drawing/2014/main" id="{BD998134-D7C4-425C-B59C-4752CB02E65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1" name="object 86">
              <a:extLst>
                <a:ext uri="{FF2B5EF4-FFF2-40B4-BE49-F238E27FC236}">
                  <a16:creationId xmlns:a16="http://schemas.microsoft.com/office/drawing/2014/main" id="{1B5677AF-EBFD-409D-AA1D-7E8E916CA99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2" name="object 87">
              <a:extLst>
                <a:ext uri="{FF2B5EF4-FFF2-40B4-BE49-F238E27FC236}">
                  <a16:creationId xmlns:a16="http://schemas.microsoft.com/office/drawing/2014/main" id="{B739C9A5-966D-4093-B832-1A60B82D3D25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3" name="object 88">
              <a:extLst>
                <a:ext uri="{FF2B5EF4-FFF2-40B4-BE49-F238E27FC236}">
                  <a16:creationId xmlns:a16="http://schemas.microsoft.com/office/drawing/2014/main" id="{16719953-E109-44EF-BB4A-CA4A1614F0B4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4" name="object 89">
              <a:extLst>
                <a:ext uri="{FF2B5EF4-FFF2-40B4-BE49-F238E27FC236}">
                  <a16:creationId xmlns:a16="http://schemas.microsoft.com/office/drawing/2014/main" id="{9CB65FB4-5E12-4951-83DC-613667EB28E7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5" name="object 90">
              <a:extLst>
                <a:ext uri="{FF2B5EF4-FFF2-40B4-BE49-F238E27FC236}">
                  <a16:creationId xmlns:a16="http://schemas.microsoft.com/office/drawing/2014/main" id="{3E625B92-AC4D-4CE4-92BA-68408CA8A5AB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6" name="object 91">
              <a:extLst>
                <a:ext uri="{FF2B5EF4-FFF2-40B4-BE49-F238E27FC236}">
                  <a16:creationId xmlns:a16="http://schemas.microsoft.com/office/drawing/2014/main" id="{0E534706-F3FF-4BFB-A3C7-484F32916258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7" name="object 92">
              <a:extLst>
                <a:ext uri="{FF2B5EF4-FFF2-40B4-BE49-F238E27FC236}">
                  <a16:creationId xmlns:a16="http://schemas.microsoft.com/office/drawing/2014/main" id="{4CACF6E9-7670-4694-B5E6-F01F7843683F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8" name="object 93">
              <a:extLst>
                <a:ext uri="{FF2B5EF4-FFF2-40B4-BE49-F238E27FC236}">
                  <a16:creationId xmlns:a16="http://schemas.microsoft.com/office/drawing/2014/main" id="{9A881B92-0DD0-4E34-AD82-A417B0FF2C40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9" name="object 94">
              <a:extLst>
                <a:ext uri="{FF2B5EF4-FFF2-40B4-BE49-F238E27FC236}">
                  <a16:creationId xmlns:a16="http://schemas.microsoft.com/office/drawing/2014/main" id="{6816833F-E35C-4276-87A7-0D39A5EF8EA1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0" name="object 95">
              <a:extLst>
                <a:ext uri="{FF2B5EF4-FFF2-40B4-BE49-F238E27FC236}">
                  <a16:creationId xmlns:a16="http://schemas.microsoft.com/office/drawing/2014/main" id="{C2C9AD0A-0119-4ED3-999D-8B4842FB0A47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1" name="object 96">
              <a:extLst>
                <a:ext uri="{FF2B5EF4-FFF2-40B4-BE49-F238E27FC236}">
                  <a16:creationId xmlns:a16="http://schemas.microsoft.com/office/drawing/2014/main" id="{B9F27870-B409-4733-804F-0835EF95C5A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2" name="object 97">
              <a:extLst>
                <a:ext uri="{FF2B5EF4-FFF2-40B4-BE49-F238E27FC236}">
                  <a16:creationId xmlns:a16="http://schemas.microsoft.com/office/drawing/2014/main" id="{32D7CA9F-DB04-42C7-9639-12B20BFBDFE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3" name="object 98">
              <a:extLst>
                <a:ext uri="{FF2B5EF4-FFF2-40B4-BE49-F238E27FC236}">
                  <a16:creationId xmlns:a16="http://schemas.microsoft.com/office/drawing/2014/main" id="{05528DF2-24E2-455D-BEC8-17C7EE0BC459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4" name="object 99">
              <a:extLst>
                <a:ext uri="{FF2B5EF4-FFF2-40B4-BE49-F238E27FC236}">
                  <a16:creationId xmlns:a16="http://schemas.microsoft.com/office/drawing/2014/main" id="{1686638F-922F-4690-9769-F2A6353122F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5" name="object 100">
              <a:extLst>
                <a:ext uri="{FF2B5EF4-FFF2-40B4-BE49-F238E27FC236}">
                  <a16:creationId xmlns:a16="http://schemas.microsoft.com/office/drawing/2014/main" id="{5C543170-5DC2-4278-96FF-ADEC21855889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6" name="object 101">
              <a:extLst>
                <a:ext uri="{FF2B5EF4-FFF2-40B4-BE49-F238E27FC236}">
                  <a16:creationId xmlns:a16="http://schemas.microsoft.com/office/drawing/2014/main" id="{DBF79F5A-E961-4574-86B1-7DF08004CD1F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7" name="object 102">
              <a:extLst>
                <a:ext uri="{FF2B5EF4-FFF2-40B4-BE49-F238E27FC236}">
                  <a16:creationId xmlns:a16="http://schemas.microsoft.com/office/drawing/2014/main" id="{24689F3A-5BB8-4F49-A72A-F0B85CDAE1E6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8" name="object 103">
              <a:extLst>
                <a:ext uri="{FF2B5EF4-FFF2-40B4-BE49-F238E27FC236}">
                  <a16:creationId xmlns:a16="http://schemas.microsoft.com/office/drawing/2014/main" id="{4B249B21-D8B8-4081-B3EC-14952014F8FE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9" name="object 104">
              <a:extLst>
                <a:ext uri="{FF2B5EF4-FFF2-40B4-BE49-F238E27FC236}">
                  <a16:creationId xmlns:a16="http://schemas.microsoft.com/office/drawing/2014/main" id="{8417B82C-D12F-4D15-B9D6-776242C6C12D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0" name="object 105">
              <a:extLst>
                <a:ext uri="{FF2B5EF4-FFF2-40B4-BE49-F238E27FC236}">
                  <a16:creationId xmlns:a16="http://schemas.microsoft.com/office/drawing/2014/main" id="{3ADFE083-3736-4FC2-A9FB-4E39732EA273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1" name="object 106">
              <a:extLst>
                <a:ext uri="{FF2B5EF4-FFF2-40B4-BE49-F238E27FC236}">
                  <a16:creationId xmlns:a16="http://schemas.microsoft.com/office/drawing/2014/main" id="{C30FE6FD-B3B9-4879-B9EF-F4C5E81EE0C9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2" name="object 107">
              <a:extLst>
                <a:ext uri="{FF2B5EF4-FFF2-40B4-BE49-F238E27FC236}">
                  <a16:creationId xmlns:a16="http://schemas.microsoft.com/office/drawing/2014/main" id="{0E74262E-1040-4A2D-916C-4D6FF494030D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3" name="object 108">
              <a:extLst>
                <a:ext uri="{FF2B5EF4-FFF2-40B4-BE49-F238E27FC236}">
                  <a16:creationId xmlns:a16="http://schemas.microsoft.com/office/drawing/2014/main" id="{7A5E086C-ADF3-4D09-881E-F75DA3449307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4" name="object 109">
              <a:extLst>
                <a:ext uri="{FF2B5EF4-FFF2-40B4-BE49-F238E27FC236}">
                  <a16:creationId xmlns:a16="http://schemas.microsoft.com/office/drawing/2014/main" id="{86EE62DA-80CD-4750-AA81-7DB8DE07D2E3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5" name="object 110">
              <a:extLst>
                <a:ext uri="{FF2B5EF4-FFF2-40B4-BE49-F238E27FC236}">
                  <a16:creationId xmlns:a16="http://schemas.microsoft.com/office/drawing/2014/main" id="{C49397E4-C0BF-41E9-8FEA-01F0BF75C687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6" name="object 111">
              <a:extLst>
                <a:ext uri="{FF2B5EF4-FFF2-40B4-BE49-F238E27FC236}">
                  <a16:creationId xmlns:a16="http://schemas.microsoft.com/office/drawing/2014/main" id="{516C767B-5F86-48FF-B44A-BF9FEA21580F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7" name="object 112">
              <a:extLst>
                <a:ext uri="{FF2B5EF4-FFF2-40B4-BE49-F238E27FC236}">
                  <a16:creationId xmlns:a16="http://schemas.microsoft.com/office/drawing/2014/main" id="{7CEDE4DD-E44F-4768-BF2E-5150140989F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8" name="object 113">
              <a:extLst>
                <a:ext uri="{FF2B5EF4-FFF2-40B4-BE49-F238E27FC236}">
                  <a16:creationId xmlns:a16="http://schemas.microsoft.com/office/drawing/2014/main" id="{0CB7EDB6-B4B8-4705-885D-8B359B98BD30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9" name="object 114">
              <a:extLst>
                <a:ext uri="{FF2B5EF4-FFF2-40B4-BE49-F238E27FC236}">
                  <a16:creationId xmlns:a16="http://schemas.microsoft.com/office/drawing/2014/main" id="{13E2A87F-53B9-47C1-8C9B-6C1B91570A04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0" name="object 115">
              <a:extLst>
                <a:ext uri="{FF2B5EF4-FFF2-40B4-BE49-F238E27FC236}">
                  <a16:creationId xmlns:a16="http://schemas.microsoft.com/office/drawing/2014/main" id="{A623657A-F486-4624-9227-4FB7D94574B3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1" name="object 116">
              <a:extLst>
                <a:ext uri="{FF2B5EF4-FFF2-40B4-BE49-F238E27FC236}">
                  <a16:creationId xmlns:a16="http://schemas.microsoft.com/office/drawing/2014/main" id="{62FE476F-462B-4A03-9B7E-F6C6546EFB7C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2" name="object 117">
              <a:extLst>
                <a:ext uri="{FF2B5EF4-FFF2-40B4-BE49-F238E27FC236}">
                  <a16:creationId xmlns:a16="http://schemas.microsoft.com/office/drawing/2014/main" id="{91859DC4-DCFC-4FA2-A5C8-88AA2FDF4B47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3" name="object 118">
              <a:extLst>
                <a:ext uri="{FF2B5EF4-FFF2-40B4-BE49-F238E27FC236}">
                  <a16:creationId xmlns:a16="http://schemas.microsoft.com/office/drawing/2014/main" id="{5E98C740-36D8-47C8-8BFB-E4130203296F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4" name="object 119">
              <a:extLst>
                <a:ext uri="{FF2B5EF4-FFF2-40B4-BE49-F238E27FC236}">
                  <a16:creationId xmlns:a16="http://schemas.microsoft.com/office/drawing/2014/main" id="{1F65273A-D25F-4A73-9D09-264C04237DCE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5" name="object 120">
              <a:extLst>
                <a:ext uri="{FF2B5EF4-FFF2-40B4-BE49-F238E27FC236}">
                  <a16:creationId xmlns:a16="http://schemas.microsoft.com/office/drawing/2014/main" id="{52400153-CAFB-4940-8464-C91A6C980502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6" name="object 121">
              <a:extLst>
                <a:ext uri="{FF2B5EF4-FFF2-40B4-BE49-F238E27FC236}">
                  <a16:creationId xmlns:a16="http://schemas.microsoft.com/office/drawing/2014/main" id="{192267D8-6BB3-4DE8-A0A8-83C9C7E60A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7" name="object 122">
              <a:extLst>
                <a:ext uri="{FF2B5EF4-FFF2-40B4-BE49-F238E27FC236}">
                  <a16:creationId xmlns:a16="http://schemas.microsoft.com/office/drawing/2014/main" id="{E5280981-2FC4-4A34-A32C-3C4A189B239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8" name="object 123">
              <a:extLst>
                <a:ext uri="{FF2B5EF4-FFF2-40B4-BE49-F238E27FC236}">
                  <a16:creationId xmlns:a16="http://schemas.microsoft.com/office/drawing/2014/main" id="{EBBB47E5-C65A-4CE9-A413-936B4B5D25C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9" name="object 124">
              <a:extLst>
                <a:ext uri="{FF2B5EF4-FFF2-40B4-BE49-F238E27FC236}">
                  <a16:creationId xmlns:a16="http://schemas.microsoft.com/office/drawing/2014/main" id="{F3BA046B-B236-404D-B0FD-0138C47724C9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0" name="object 125">
              <a:extLst>
                <a:ext uri="{FF2B5EF4-FFF2-40B4-BE49-F238E27FC236}">
                  <a16:creationId xmlns:a16="http://schemas.microsoft.com/office/drawing/2014/main" id="{98C7A876-9574-4355-95A1-BDDF095C1618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1" name="object 126">
              <a:extLst>
                <a:ext uri="{FF2B5EF4-FFF2-40B4-BE49-F238E27FC236}">
                  <a16:creationId xmlns:a16="http://schemas.microsoft.com/office/drawing/2014/main" id="{D234130A-9A90-4E41-806C-FDF9E74883B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2" name="object 127">
              <a:extLst>
                <a:ext uri="{FF2B5EF4-FFF2-40B4-BE49-F238E27FC236}">
                  <a16:creationId xmlns:a16="http://schemas.microsoft.com/office/drawing/2014/main" id="{6CF857BF-3E64-4DAA-AB64-D0418B8F3BAC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3" name="object 128">
              <a:extLst>
                <a:ext uri="{FF2B5EF4-FFF2-40B4-BE49-F238E27FC236}">
                  <a16:creationId xmlns:a16="http://schemas.microsoft.com/office/drawing/2014/main" id="{442A5A3E-1BEB-4ECA-9968-CE8D2C91DE98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4" name="object 129">
              <a:extLst>
                <a:ext uri="{FF2B5EF4-FFF2-40B4-BE49-F238E27FC236}">
                  <a16:creationId xmlns:a16="http://schemas.microsoft.com/office/drawing/2014/main" id="{90107F6D-0E3B-49C6-A652-C3FBB4A42384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5" name="object 130">
              <a:extLst>
                <a:ext uri="{FF2B5EF4-FFF2-40B4-BE49-F238E27FC236}">
                  <a16:creationId xmlns:a16="http://schemas.microsoft.com/office/drawing/2014/main" id="{900F56F0-8A6F-44FB-8405-82CA1B65DED5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6" name="object 131">
              <a:extLst>
                <a:ext uri="{FF2B5EF4-FFF2-40B4-BE49-F238E27FC236}">
                  <a16:creationId xmlns:a16="http://schemas.microsoft.com/office/drawing/2014/main" id="{12C62FE1-916E-4EFD-9B1A-DAB123ADE64C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7" name="object 132">
              <a:extLst>
                <a:ext uri="{FF2B5EF4-FFF2-40B4-BE49-F238E27FC236}">
                  <a16:creationId xmlns:a16="http://schemas.microsoft.com/office/drawing/2014/main" id="{5363DF88-3B1C-4D3F-8F90-0215965B167F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8" name="object 133">
              <a:extLst>
                <a:ext uri="{FF2B5EF4-FFF2-40B4-BE49-F238E27FC236}">
                  <a16:creationId xmlns:a16="http://schemas.microsoft.com/office/drawing/2014/main" id="{B9842818-CA3B-4123-AB24-DA2142FBDFE2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9" name="object 134">
              <a:extLst>
                <a:ext uri="{FF2B5EF4-FFF2-40B4-BE49-F238E27FC236}">
                  <a16:creationId xmlns:a16="http://schemas.microsoft.com/office/drawing/2014/main" id="{46931542-D8C0-4856-B136-F151F7950235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0" name="object 135">
              <a:extLst>
                <a:ext uri="{FF2B5EF4-FFF2-40B4-BE49-F238E27FC236}">
                  <a16:creationId xmlns:a16="http://schemas.microsoft.com/office/drawing/2014/main" id="{08170950-5ACB-4DAD-82B0-A06A66042382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1" name="object 136">
              <a:extLst>
                <a:ext uri="{FF2B5EF4-FFF2-40B4-BE49-F238E27FC236}">
                  <a16:creationId xmlns:a16="http://schemas.microsoft.com/office/drawing/2014/main" id="{C26A5F12-1E6B-4D6B-9302-46CD1A089717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2" name="object 137">
              <a:extLst>
                <a:ext uri="{FF2B5EF4-FFF2-40B4-BE49-F238E27FC236}">
                  <a16:creationId xmlns:a16="http://schemas.microsoft.com/office/drawing/2014/main" id="{26AC374B-B6C2-4E19-8F64-7148C1E615C8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3" name="object 138">
              <a:extLst>
                <a:ext uri="{FF2B5EF4-FFF2-40B4-BE49-F238E27FC236}">
                  <a16:creationId xmlns:a16="http://schemas.microsoft.com/office/drawing/2014/main" id="{430A5A94-F53C-446B-8815-480A4E29C7CE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4" name="object 139">
              <a:extLst>
                <a:ext uri="{FF2B5EF4-FFF2-40B4-BE49-F238E27FC236}">
                  <a16:creationId xmlns:a16="http://schemas.microsoft.com/office/drawing/2014/main" id="{E163CDBB-15E6-459D-8561-9D999163C628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5" name="object 140">
              <a:extLst>
                <a:ext uri="{FF2B5EF4-FFF2-40B4-BE49-F238E27FC236}">
                  <a16:creationId xmlns:a16="http://schemas.microsoft.com/office/drawing/2014/main" id="{FFC694C9-A017-40C9-B6AF-60DD868E20C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6" name="object 141">
              <a:extLst>
                <a:ext uri="{FF2B5EF4-FFF2-40B4-BE49-F238E27FC236}">
                  <a16:creationId xmlns:a16="http://schemas.microsoft.com/office/drawing/2014/main" id="{7A66DC09-E0C4-4D8A-AA57-37BC4F797644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7" name="object 142">
              <a:extLst>
                <a:ext uri="{FF2B5EF4-FFF2-40B4-BE49-F238E27FC236}">
                  <a16:creationId xmlns:a16="http://schemas.microsoft.com/office/drawing/2014/main" id="{B02BC211-7E2C-4DA4-8183-FC69C9568424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8" name="object 143">
              <a:extLst>
                <a:ext uri="{FF2B5EF4-FFF2-40B4-BE49-F238E27FC236}">
                  <a16:creationId xmlns:a16="http://schemas.microsoft.com/office/drawing/2014/main" id="{2B6A58BB-28FD-4EAE-9EEE-437C5DD463E1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9" name="object 144">
              <a:extLst>
                <a:ext uri="{FF2B5EF4-FFF2-40B4-BE49-F238E27FC236}">
                  <a16:creationId xmlns:a16="http://schemas.microsoft.com/office/drawing/2014/main" id="{733F1B52-7E3B-4C65-A04C-924C6DD0D18A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  <p:sp>
        <p:nvSpPr>
          <p:cNvPr id="300" name="object 9">
            <a:extLst>
              <a:ext uri="{FF2B5EF4-FFF2-40B4-BE49-F238E27FC236}">
                <a16:creationId xmlns:a16="http://schemas.microsoft.com/office/drawing/2014/main" id="{B6588A17-398E-4217-A3E3-340C99313FB2}"/>
              </a:ext>
            </a:extLst>
          </p:cNvPr>
          <p:cNvSpPr/>
          <p:nvPr userDrawn="1"/>
        </p:nvSpPr>
        <p:spPr>
          <a:xfrm>
            <a:off x="1" y="478146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301" name="Text Placeholder 9">
            <a:extLst>
              <a:ext uri="{FF2B5EF4-FFF2-40B4-BE49-F238E27FC236}">
                <a16:creationId xmlns:a16="http://schemas.microsoft.com/office/drawing/2014/main" id="{CD827380-06F0-492D-B363-36043BC839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137" y="2157904"/>
            <a:ext cx="3751804" cy="1061829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1" cap="all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2" name="Text Placeholder 15">
            <a:extLst>
              <a:ext uri="{FF2B5EF4-FFF2-40B4-BE49-F238E27FC236}">
                <a16:creationId xmlns:a16="http://schemas.microsoft.com/office/drawing/2014/main" id="{AFE83D49-BD7A-4D42-BE23-D9C762DADB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137" y="3145626"/>
            <a:ext cx="3751804" cy="546047"/>
          </a:xfrm>
        </p:spPr>
        <p:txBody>
          <a:bodyPr wrap="square">
            <a:spAutoFit/>
          </a:bodyPr>
          <a:lstStyle>
            <a:lvl1pPr marL="0" indent="0">
              <a:buNone/>
              <a:defRPr sz="1638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60DA6A-DCEB-4913-BE48-796A9A0B844B}"/>
              </a:ext>
            </a:extLst>
          </p:cNvPr>
          <p:cNvCxnSpPr>
            <a:cxnSpLocks/>
          </p:cNvCxnSpPr>
          <p:nvPr userDrawn="1"/>
        </p:nvCxnSpPr>
        <p:spPr>
          <a:xfrm>
            <a:off x="362850" y="3895859"/>
            <a:ext cx="9020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 Placeholder 37">
            <a:extLst>
              <a:ext uri="{FF2B5EF4-FFF2-40B4-BE49-F238E27FC236}">
                <a16:creationId xmlns:a16="http://schemas.microsoft.com/office/drawing/2014/main" id="{AF7B28B0-575B-4F92-BC55-7F5A112BD6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135" y="4239276"/>
            <a:ext cx="3748183" cy="238142"/>
          </a:xfrm>
        </p:spPr>
        <p:txBody>
          <a:bodyPr>
            <a:spAutoFit/>
          </a:bodyPr>
          <a:lstStyle>
            <a:lvl1pPr marL="0" indent="0">
              <a:buNone/>
              <a:defRPr sz="1053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3D4A2F3-202E-4CAC-8965-DFAE48E1A0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023" y="257979"/>
            <a:ext cx="1781371" cy="883168"/>
          </a:xfrm>
          <a:prstGeom prst="rect">
            <a:avLst/>
          </a:prstGeom>
        </p:spPr>
      </p:pic>
      <p:pic>
        <p:nvPicPr>
          <p:cNvPr id="143" name="Image 142">
            <a:extLst>
              <a:ext uri="{FF2B5EF4-FFF2-40B4-BE49-F238E27FC236}">
                <a16:creationId xmlns:a16="http://schemas.microsoft.com/office/drawing/2014/main" id="{75FC61C4-67B5-4E20-8367-C8B0FA5ADD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09" y="6099252"/>
            <a:ext cx="948208" cy="494039"/>
          </a:xfrm>
          <a:prstGeom prst="rect">
            <a:avLst/>
          </a:prstGeom>
        </p:spPr>
      </p:pic>
      <p:pic>
        <p:nvPicPr>
          <p:cNvPr id="145" name="Image 144">
            <a:extLst>
              <a:ext uri="{FF2B5EF4-FFF2-40B4-BE49-F238E27FC236}">
                <a16:creationId xmlns:a16="http://schemas.microsoft.com/office/drawing/2014/main" id="{6AE8DA43-BBA4-4D40-BCE4-0E91DBAA84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6870" y="6286534"/>
            <a:ext cx="885390" cy="220959"/>
          </a:xfrm>
          <a:prstGeom prst="rect">
            <a:avLst/>
          </a:prstGeom>
        </p:spPr>
      </p:pic>
      <p:pic>
        <p:nvPicPr>
          <p:cNvPr id="146" name="Image 145">
            <a:extLst>
              <a:ext uri="{FF2B5EF4-FFF2-40B4-BE49-F238E27FC236}">
                <a16:creationId xmlns:a16="http://schemas.microsoft.com/office/drawing/2014/main" id="{B08ADA48-B4D4-41BC-9BF3-E7ACBC54927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0873" y="6121224"/>
            <a:ext cx="461500" cy="461500"/>
          </a:xfrm>
          <a:prstGeom prst="rect">
            <a:avLst/>
          </a:prstGeom>
        </p:spPr>
      </p:pic>
      <p:pic>
        <p:nvPicPr>
          <p:cNvPr id="147" name="Image 146">
            <a:extLst>
              <a:ext uri="{FF2B5EF4-FFF2-40B4-BE49-F238E27FC236}">
                <a16:creationId xmlns:a16="http://schemas.microsoft.com/office/drawing/2014/main" id="{CEA3534C-9275-4851-B612-B6C82A33089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525997" y="6266097"/>
            <a:ext cx="642421" cy="261836"/>
          </a:xfrm>
          <a:prstGeom prst="rect">
            <a:avLst/>
          </a:prstGeom>
        </p:spPr>
      </p:pic>
      <p:pic>
        <p:nvPicPr>
          <p:cNvPr id="140" name="Image 139">
            <a:extLst>
              <a:ext uri="{FF2B5EF4-FFF2-40B4-BE49-F238E27FC236}">
                <a16:creationId xmlns:a16="http://schemas.microsoft.com/office/drawing/2014/main" id="{D15D3D81-A1EC-49BA-98A3-F8F6C668B70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804314" y="6246447"/>
            <a:ext cx="642421" cy="30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3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ver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cture Placeholder 185">
            <a:extLst>
              <a:ext uri="{FF2B5EF4-FFF2-40B4-BE49-F238E27FC236}">
                <a16:creationId xmlns:a16="http://schemas.microsoft.com/office/drawing/2014/main" id="{9F3FEAEF-AED6-4FB6-8C00-4E271FD14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9247" y="371586"/>
            <a:ext cx="4089444" cy="6144427"/>
          </a:xfrm>
          <a:custGeom>
            <a:avLst/>
            <a:gdLst>
              <a:gd name="connsiteX0" fmla="*/ 0 w 17038640"/>
              <a:gd name="connsiteY0" fmla="*/ 15597745 h 25603201"/>
              <a:gd name="connsiteX1" fmla="*/ 1376468 w 17038640"/>
              <a:gd name="connsiteY1" fmla="*/ 15597745 h 25603201"/>
              <a:gd name="connsiteX2" fmla="*/ 1699886 w 17038640"/>
              <a:gd name="connsiteY2" fmla="*/ 15633825 h 25603201"/>
              <a:gd name="connsiteX3" fmla="*/ 2008988 w 17038640"/>
              <a:gd name="connsiteY3" fmla="*/ 15699567 h 25603201"/>
              <a:gd name="connsiteX4" fmla="*/ 2311510 w 17038640"/>
              <a:gd name="connsiteY4" fmla="*/ 15778833 h 25603201"/>
              <a:gd name="connsiteX5" fmla="*/ 2592704 w 17038640"/>
              <a:gd name="connsiteY5" fmla="*/ 15887173 h 25603201"/>
              <a:gd name="connsiteX6" fmla="*/ 2873846 w 17038640"/>
              <a:gd name="connsiteY6" fmla="*/ 16010107 h 25603201"/>
              <a:gd name="connsiteX7" fmla="*/ 3133128 w 17038640"/>
              <a:gd name="connsiteY7" fmla="*/ 16162647 h 25603201"/>
              <a:gd name="connsiteX8" fmla="*/ 3385464 w 17038640"/>
              <a:gd name="connsiteY8" fmla="*/ 16329249 h 25603201"/>
              <a:gd name="connsiteX9" fmla="*/ 3621336 w 17038640"/>
              <a:gd name="connsiteY9" fmla="*/ 16531931 h 25603201"/>
              <a:gd name="connsiteX10" fmla="*/ 3851752 w 17038640"/>
              <a:gd name="connsiteY10" fmla="*/ 16727605 h 25603201"/>
              <a:gd name="connsiteX11" fmla="*/ 4054274 w 17038640"/>
              <a:gd name="connsiteY11" fmla="*/ 16952361 h 25603201"/>
              <a:gd name="connsiteX12" fmla="*/ 4233434 w 17038640"/>
              <a:gd name="connsiteY12" fmla="*/ 17190635 h 25603201"/>
              <a:gd name="connsiteX13" fmla="*/ 4392178 w 17038640"/>
              <a:gd name="connsiteY13" fmla="*/ 17445593 h 25603201"/>
              <a:gd name="connsiteX14" fmla="*/ 4536546 w 17038640"/>
              <a:gd name="connsiteY14" fmla="*/ 17711981 h 25603201"/>
              <a:gd name="connsiteX15" fmla="*/ 4651940 w 17038640"/>
              <a:gd name="connsiteY15" fmla="*/ 17994941 h 25603201"/>
              <a:gd name="connsiteX16" fmla="*/ 4752000 w 17038640"/>
              <a:gd name="connsiteY16" fmla="*/ 18291957 h 25603201"/>
              <a:gd name="connsiteX17" fmla="*/ 4824156 w 17038640"/>
              <a:gd name="connsiteY17" fmla="*/ 18617035 h 25603201"/>
              <a:gd name="connsiteX18" fmla="*/ 4870068 w 17038640"/>
              <a:gd name="connsiteY18" fmla="*/ 19162533 h 25603201"/>
              <a:gd name="connsiteX19" fmla="*/ 4906460 w 17038640"/>
              <a:gd name="connsiteY19" fmla="*/ 19710499 h 25603201"/>
              <a:gd name="connsiteX20" fmla="*/ 4933138 w 17038640"/>
              <a:gd name="connsiteY20" fmla="*/ 20322923 h 25603201"/>
              <a:gd name="connsiteX21" fmla="*/ 2960968 w 17038640"/>
              <a:gd name="connsiteY21" fmla="*/ 20322923 h 25603201"/>
              <a:gd name="connsiteX22" fmla="*/ 2941512 w 17038640"/>
              <a:gd name="connsiteY22" fmla="*/ 22360405 h 25603201"/>
              <a:gd name="connsiteX23" fmla="*/ 4939072 w 17038640"/>
              <a:gd name="connsiteY23" fmla="*/ 22360405 h 25603201"/>
              <a:gd name="connsiteX24" fmla="*/ 4939072 w 17038640"/>
              <a:gd name="connsiteY24" fmla="*/ 25603201 h 25603201"/>
              <a:gd name="connsiteX25" fmla="*/ 0 w 17038640"/>
              <a:gd name="connsiteY25" fmla="*/ 25603201 h 25603201"/>
              <a:gd name="connsiteX26" fmla="*/ 7017004 w 17038640"/>
              <a:gd name="connsiteY26" fmla="*/ 13468438 h 25603201"/>
              <a:gd name="connsiteX27" fmla="*/ 7017004 w 17038640"/>
              <a:gd name="connsiteY27" fmla="*/ 15579307 h 25603201"/>
              <a:gd name="connsiteX28" fmla="*/ 9110716 w 17038640"/>
              <a:gd name="connsiteY28" fmla="*/ 15579307 h 25603201"/>
              <a:gd name="connsiteX29" fmla="*/ 9110716 w 17038640"/>
              <a:gd name="connsiteY29" fmla="*/ 13468438 h 25603201"/>
              <a:gd name="connsiteX30" fmla="*/ 0 w 17038640"/>
              <a:gd name="connsiteY30" fmla="*/ 0 h 25603201"/>
              <a:gd name="connsiteX31" fmla="*/ 17038640 w 17038640"/>
              <a:gd name="connsiteY31" fmla="*/ 0 h 25603201"/>
              <a:gd name="connsiteX32" fmla="*/ 17038640 w 17038640"/>
              <a:gd name="connsiteY32" fmla="*/ 25603201 h 25603201"/>
              <a:gd name="connsiteX33" fmla="*/ 7011832 w 17038640"/>
              <a:gd name="connsiteY33" fmla="*/ 25603201 h 25603201"/>
              <a:gd name="connsiteX34" fmla="*/ 7011832 w 17038640"/>
              <a:gd name="connsiteY34" fmla="*/ 22360405 h 25603201"/>
              <a:gd name="connsiteX35" fmla="*/ 9174064 w 17038640"/>
              <a:gd name="connsiteY35" fmla="*/ 22360405 h 25603201"/>
              <a:gd name="connsiteX36" fmla="*/ 9174064 w 17038640"/>
              <a:gd name="connsiteY36" fmla="*/ 20322923 h 25603201"/>
              <a:gd name="connsiteX37" fmla="*/ 7008302 w 17038640"/>
              <a:gd name="connsiteY37" fmla="*/ 20322923 h 25603201"/>
              <a:gd name="connsiteX38" fmla="*/ 6998748 w 17038640"/>
              <a:gd name="connsiteY38" fmla="*/ 19802117 h 25603201"/>
              <a:gd name="connsiteX39" fmla="*/ 6987784 w 17038640"/>
              <a:gd name="connsiteY39" fmla="*/ 19450817 h 25603201"/>
              <a:gd name="connsiteX40" fmla="*/ 6968412 w 17038640"/>
              <a:gd name="connsiteY40" fmla="*/ 19109099 h 25603201"/>
              <a:gd name="connsiteX41" fmla="*/ 6933632 w 17038640"/>
              <a:gd name="connsiteY41" fmla="*/ 18617035 h 25603201"/>
              <a:gd name="connsiteX42" fmla="*/ 6896808 w 17038640"/>
              <a:gd name="connsiteY42" fmla="*/ 18321091 h 25603201"/>
              <a:gd name="connsiteX43" fmla="*/ 6840096 w 17038640"/>
              <a:gd name="connsiteY43" fmla="*/ 18038609 h 25603201"/>
              <a:gd name="connsiteX44" fmla="*/ 6775424 w 17038640"/>
              <a:gd name="connsiteY44" fmla="*/ 17763131 h 25603201"/>
              <a:gd name="connsiteX45" fmla="*/ 6688836 w 17038640"/>
              <a:gd name="connsiteY45" fmla="*/ 17502779 h 25603201"/>
              <a:gd name="connsiteX46" fmla="*/ 6601714 w 17038640"/>
              <a:gd name="connsiteY46" fmla="*/ 17234305 h 25603201"/>
              <a:gd name="connsiteX47" fmla="*/ 6502192 w 17038640"/>
              <a:gd name="connsiteY47" fmla="*/ 16988013 h 25603201"/>
              <a:gd name="connsiteX48" fmla="*/ 6393212 w 17038640"/>
              <a:gd name="connsiteY48" fmla="*/ 16742147 h 25603201"/>
              <a:gd name="connsiteX49" fmla="*/ 6263810 w 17038640"/>
              <a:gd name="connsiteY49" fmla="*/ 16510817 h 25603201"/>
              <a:gd name="connsiteX50" fmla="*/ 6141410 w 17038640"/>
              <a:gd name="connsiteY50" fmla="*/ 16272059 h 25603201"/>
              <a:gd name="connsiteX51" fmla="*/ 5997578 w 17038640"/>
              <a:gd name="connsiteY51" fmla="*/ 16053291 h 25603201"/>
              <a:gd name="connsiteX52" fmla="*/ 5846316 w 17038640"/>
              <a:gd name="connsiteY52" fmla="*/ 15837037 h 25603201"/>
              <a:gd name="connsiteX53" fmla="*/ 5514880 w 17038640"/>
              <a:gd name="connsiteY53" fmla="*/ 15431143 h 25603201"/>
              <a:gd name="connsiteX54" fmla="*/ 5327274 w 17038640"/>
              <a:gd name="connsiteY54" fmla="*/ 15243002 h 25603201"/>
              <a:gd name="connsiteX55" fmla="*/ 5133678 w 17038640"/>
              <a:gd name="connsiteY55" fmla="*/ 15054381 h 25603201"/>
              <a:gd name="connsiteX56" fmla="*/ 4493676 w 17038640"/>
              <a:gd name="connsiteY56" fmla="*/ 14540574 h 25603201"/>
              <a:gd name="connsiteX57" fmla="*/ 4038878 w 17038640"/>
              <a:gd name="connsiteY57" fmla="*/ 14258628 h 25603201"/>
              <a:gd name="connsiteX58" fmla="*/ 3808942 w 17038640"/>
              <a:gd name="connsiteY58" fmla="*/ 14120144 h 25603201"/>
              <a:gd name="connsiteX59" fmla="*/ 3319238 w 17038640"/>
              <a:gd name="connsiteY59" fmla="*/ 13903885 h 25603201"/>
              <a:gd name="connsiteX60" fmla="*/ 2809172 w 17038640"/>
              <a:gd name="connsiteY60" fmla="*/ 13729805 h 25603201"/>
              <a:gd name="connsiteX61" fmla="*/ 2275698 w 17038640"/>
              <a:gd name="connsiteY61" fmla="*/ 13599384 h 25603201"/>
              <a:gd name="connsiteX62" fmla="*/ 1722336 w 17038640"/>
              <a:gd name="connsiteY62" fmla="*/ 13513066 h 25603201"/>
              <a:gd name="connsiteX63" fmla="*/ 1146048 w 17038640"/>
              <a:gd name="connsiteY63" fmla="*/ 13468438 h 25603201"/>
              <a:gd name="connsiteX64" fmla="*/ 0 w 17038640"/>
              <a:gd name="connsiteY64" fmla="*/ 13468438 h 2560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7038640" h="25603201">
                <a:moveTo>
                  <a:pt x="0" y="15597745"/>
                </a:moveTo>
                <a:lnTo>
                  <a:pt x="1376468" y="15597745"/>
                </a:lnTo>
                <a:lnTo>
                  <a:pt x="1699886" y="15633825"/>
                </a:lnTo>
                <a:lnTo>
                  <a:pt x="2008988" y="15699567"/>
                </a:lnTo>
                <a:lnTo>
                  <a:pt x="2311510" y="15778833"/>
                </a:lnTo>
                <a:lnTo>
                  <a:pt x="2592704" y="15887173"/>
                </a:lnTo>
                <a:lnTo>
                  <a:pt x="2873846" y="16010107"/>
                </a:lnTo>
                <a:lnTo>
                  <a:pt x="3133128" y="16162647"/>
                </a:lnTo>
                <a:lnTo>
                  <a:pt x="3385464" y="16329249"/>
                </a:lnTo>
                <a:lnTo>
                  <a:pt x="3621336" y="16531931"/>
                </a:lnTo>
                <a:lnTo>
                  <a:pt x="3851752" y="16727605"/>
                </a:lnTo>
                <a:lnTo>
                  <a:pt x="4054274" y="16952361"/>
                </a:lnTo>
                <a:lnTo>
                  <a:pt x="4233434" y="17190635"/>
                </a:lnTo>
                <a:lnTo>
                  <a:pt x="4392178" y="17445593"/>
                </a:lnTo>
                <a:lnTo>
                  <a:pt x="4536546" y="17711981"/>
                </a:lnTo>
                <a:lnTo>
                  <a:pt x="4651940" y="17994941"/>
                </a:lnTo>
                <a:lnTo>
                  <a:pt x="4752000" y="18291957"/>
                </a:lnTo>
                <a:lnTo>
                  <a:pt x="4824156" y="18617035"/>
                </a:lnTo>
                <a:lnTo>
                  <a:pt x="4870068" y="19162533"/>
                </a:lnTo>
                <a:lnTo>
                  <a:pt x="4906460" y="19710499"/>
                </a:lnTo>
                <a:lnTo>
                  <a:pt x="4933138" y="20322923"/>
                </a:lnTo>
                <a:lnTo>
                  <a:pt x="2960968" y="20322923"/>
                </a:lnTo>
                <a:lnTo>
                  <a:pt x="2941512" y="22360405"/>
                </a:lnTo>
                <a:lnTo>
                  <a:pt x="4939072" y="22360405"/>
                </a:lnTo>
                <a:lnTo>
                  <a:pt x="4939072" y="25603201"/>
                </a:lnTo>
                <a:lnTo>
                  <a:pt x="0" y="25603201"/>
                </a:lnTo>
                <a:close/>
                <a:moveTo>
                  <a:pt x="7017004" y="13468438"/>
                </a:moveTo>
                <a:lnTo>
                  <a:pt x="7017004" y="15579307"/>
                </a:lnTo>
                <a:lnTo>
                  <a:pt x="9110716" y="15579307"/>
                </a:lnTo>
                <a:lnTo>
                  <a:pt x="9110716" y="13468438"/>
                </a:lnTo>
                <a:close/>
                <a:moveTo>
                  <a:pt x="0" y="0"/>
                </a:moveTo>
                <a:lnTo>
                  <a:pt x="17038640" y="0"/>
                </a:lnTo>
                <a:lnTo>
                  <a:pt x="17038640" y="25603201"/>
                </a:lnTo>
                <a:lnTo>
                  <a:pt x="7011832" y="25603201"/>
                </a:lnTo>
                <a:lnTo>
                  <a:pt x="7011832" y="22360405"/>
                </a:lnTo>
                <a:lnTo>
                  <a:pt x="9174064" y="22360405"/>
                </a:lnTo>
                <a:lnTo>
                  <a:pt x="9174064" y="20322923"/>
                </a:lnTo>
                <a:lnTo>
                  <a:pt x="7008302" y="20322923"/>
                </a:lnTo>
                <a:lnTo>
                  <a:pt x="6998748" y="19802117"/>
                </a:lnTo>
                <a:lnTo>
                  <a:pt x="6987784" y="19450817"/>
                </a:lnTo>
                <a:lnTo>
                  <a:pt x="6968412" y="19109099"/>
                </a:lnTo>
                <a:lnTo>
                  <a:pt x="6933632" y="18617035"/>
                </a:lnTo>
                <a:lnTo>
                  <a:pt x="6896808" y="18321091"/>
                </a:lnTo>
                <a:lnTo>
                  <a:pt x="6840096" y="18038609"/>
                </a:lnTo>
                <a:lnTo>
                  <a:pt x="6775424" y="17763131"/>
                </a:lnTo>
                <a:lnTo>
                  <a:pt x="6688836" y="17502779"/>
                </a:lnTo>
                <a:lnTo>
                  <a:pt x="6601714" y="17234305"/>
                </a:lnTo>
                <a:lnTo>
                  <a:pt x="6502192" y="16988013"/>
                </a:lnTo>
                <a:lnTo>
                  <a:pt x="6393212" y="16742147"/>
                </a:lnTo>
                <a:lnTo>
                  <a:pt x="6263810" y="16510817"/>
                </a:lnTo>
                <a:lnTo>
                  <a:pt x="6141410" y="16272059"/>
                </a:lnTo>
                <a:lnTo>
                  <a:pt x="5997578" y="16053291"/>
                </a:lnTo>
                <a:lnTo>
                  <a:pt x="5846316" y="15837037"/>
                </a:lnTo>
                <a:lnTo>
                  <a:pt x="5514880" y="15431143"/>
                </a:lnTo>
                <a:lnTo>
                  <a:pt x="5327274" y="15243002"/>
                </a:lnTo>
                <a:lnTo>
                  <a:pt x="5133678" y="15054381"/>
                </a:lnTo>
                <a:lnTo>
                  <a:pt x="4493676" y="14540574"/>
                </a:lnTo>
                <a:lnTo>
                  <a:pt x="4038878" y="14258628"/>
                </a:lnTo>
                <a:lnTo>
                  <a:pt x="3808942" y="14120144"/>
                </a:lnTo>
                <a:lnTo>
                  <a:pt x="3319238" y="13903885"/>
                </a:lnTo>
                <a:lnTo>
                  <a:pt x="2809172" y="13729805"/>
                </a:lnTo>
                <a:lnTo>
                  <a:pt x="2275698" y="13599384"/>
                </a:lnTo>
                <a:lnTo>
                  <a:pt x="1722336" y="13513066"/>
                </a:lnTo>
                <a:lnTo>
                  <a:pt x="1146048" y="13468438"/>
                </a:lnTo>
                <a:lnTo>
                  <a:pt x="0" y="13468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8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F83BB84-0103-44B3-9760-CDB5CB536805}"/>
              </a:ext>
            </a:extLst>
          </p:cNvPr>
          <p:cNvSpPr/>
          <p:nvPr userDrawn="1"/>
        </p:nvSpPr>
        <p:spPr>
          <a:xfrm rot="5400000">
            <a:off x="2974326" y="4649959"/>
            <a:ext cx="612198" cy="612257"/>
          </a:xfrm>
          <a:custGeom>
            <a:avLst/>
            <a:gdLst>
              <a:gd name="connsiteX0" fmla="*/ 0 w 2550965"/>
              <a:gd name="connsiteY0" fmla="*/ 1709533 h 2550965"/>
              <a:gd name="connsiteX1" fmla="*/ 0 w 2550965"/>
              <a:gd name="connsiteY1" fmla="*/ 841432 h 2550965"/>
              <a:gd name="connsiteX2" fmla="*/ 841435 w 2550965"/>
              <a:gd name="connsiteY2" fmla="*/ 841432 h 2550965"/>
              <a:gd name="connsiteX3" fmla="*/ 841435 w 2550965"/>
              <a:gd name="connsiteY3" fmla="*/ 0 h 2550965"/>
              <a:gd name="connsiteX4" fmla="*/ 1709535 w 2550965"/>
              <a:gd name="connsiteY4" fmla="*/ 0 h 2550965"/>
              <a:gd name="connsiteX5" fmla="*/ 1709535 w 2550965"/>
              <a:gd name="connsiteY5" fmla="*/ 841432 h 2550965"/>
              <a:gd name="connsiteX6" fmla="*/ 2550965 w 2550965"/>
              <a:gd name="connsiteY6" fmla="*/ 841432 h 2550965"/>
              <a:gd name="connsiteX7" fmla="*/ 2550965 w 2550965"/>
              <a:gd name="connsiteY7" fmla="*/ 1709533 h 2550965"/>
              <a:gd name="connsiteX8" fmla="*/ 1709535 w 2550965"/>
              <a:gd name="connsiteY8" fmla="*/ 1709533 h 2550965"/>
              <a:gd name="connsiteX9" fmla="*/ 1709535 w 2550965"/>
              <a:gd name="connsiteY9" fmla="*/ 2550965 h 2550965"/>
              <a:gd name="connsiteX10" fmla="*/ 841435 w 2550965"/>
              <a:gd name="connsiteY10" fmla="*/ 2550965 h 2550965"/>
              <a:gd name="connsiteX11" fmla="*/ 841435 w 2550965"/>
              <a:gd name="connsiteY11" fmla="*/ 1709533 h 25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50965" h="2550965">
                <a:moveTo>
                  <a:pt x="0" y="1709533"/>
                </a:moveTo>
                <a:lnTo>
                  <a:pt x="0" y="841432"/>
                </a:lnTo>
                <a:lnTo>
                  <a:pt x="841435" y="841432"/>
                </a:lnTo>
                <a:lnTo>
                  <a:pt x="841435" y="0"/>
                </a:lnTo>
                <a:lnTo>
                  <a:pt x="1709535" y="0"/>
                </a:lnTo>
                <a:lnTo>
                  <a:pt x="1709535" y="841432"/>
                </a:lnTo>
                <a:lnTo>
                  <a:pt x="2550965" y="841432"/>
                </a:lnTo>
                <a:lnTo>
                  <a:pt x="2550965" y="1709533"/>
                </a:lnTo>
                <a:lnTo>
                  <a:pt x="1709535" y="1709533"/>
                </a:lnTo>
                <a:lnTo>
                  <a:pt x="1709535" y="2550965"/>
                </a:lnTo>
                <a:lnTo>
                  <a:pt x="841435" y="2550965"/>
                </a:lnTo>
                <a:lnTo>
                  <a:pt x="841435" y="17095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115397F-3F8E-46F3-8104-A2C3440D04DC}"/>
              </a:ext>
            </a:extLst>
          </p:cNvPr>
          <p:cNvSpPr/>
          <p:nvPr userDrawn="1"/>
        </p:nvSpPr>
        <p:spPr>
          <a:xfrm>
            <a:off x="3914443" y="1947904"/>
            <a:ext cx="469304" cy="933146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94DFAD3-3BAA-43A5-AA03-54CEABE808C7}"/>
              </a:ext>
            </a:extLst>
          </p:cNvPr>
          <p:cNvSpPr/>
          <p:nvPr userDrawn="1"/>
        </p:nvSpPr>
        <p:spPr>
          <a:xfrm>
            <a:off x="2229493" y="1003382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grpSp>
        <p:nvGrpSpPr>
          <p:cNvPr id="176" name="Groupe 156">
            <a:extLst>
              <a:ext uri="{FF2B5EF4-FFF2-40B4-BE49-F238E27FC236}">
                <a16:creationId xmlns:a16="http://schemas.microsoft.com/office/drawing/2014/main" id="{338D252C-84E4-4B71-A163-F60D45448C3B}"/>
              </a:ext>
            </a:extLst>
          </p:cNvPr>
          <p:cNvGrpSpPr/>
          <p:nvPr userDrawn="1"/>
        </p:nvGrpSpPr>
        <p:grpSpPr>
          <a:xfrm>
            <a:off x="3233450" y="19073"/>
            <a:ext cx="899813" cy="498075"/>
            <a:chOff x="3230833" y="6645"/>
            <a:chExt cx="902409" cy="499560"/>
          </a:xfrm>
        </p:grpSpPr>
        <p:sp>
          <p:nvSpPr>
            <p:cNvPr id="177" name="object 23">
              <a:extLst>
                <a:ext uri="{FF2B5EF4-FFF2-40B4-BE49-F238E27FC236}">
                  <a16:creationId xmlns:a16="http://schemas.microsoft.com/office/drawing/2014/main" id="{BD8218E8-3B17-43AB-B33E-949D2318DB6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8" name="object 24">
              <a:extLst>
                <a:ext uri="{FF2B5EF4-FFF2-40B4-BE49-F238E27FC236}">
                  <a16:creationId xmlns:a16="http://schemas.microsoft.com/office/drawing/2014/main" id="{19CA42D6-AC7F-4D87-B5F4-99C1EC242A02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9" name="object 25">
              <a:extLst>
                <a:ext uri="{FF2B5EF4-FFF2-40B4-BE49-F238E27FC236}">
                  <a16:creationId xmlns:a16="http://schemas.microsoft.com/office/drawing/2014/main" id="{D9D68F47-262E-4AC3-A9EC-F0C7CE402647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0" name="object 26">
              <a:extLst>
                <a:ext uri="{FF2B5EF4-FFF2-40B4-BE49-F238E27FC236}">
                  <a16:creationId xmlns:a16="http://schemas.microsoft.com/office/drawing/2014/main" id="{3425C396-CDD6-453C-B569-319CE5A353A0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1" name="object 27">
              <a:extLst>
                <a:ext uri="{FF2B5EF4-FFF2-40B4-BE49-F238E27FC236}">
                  <a16:creationId xmlns:a16="http://schemas.microsoft.com/office/drawing/2014/main" id="{E809289B-2BE0-41C0-8380-F5970B8F92A5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2" name="object 28">
              <a:extLst>
                <a:ext uri="{FF2B5EF4-FFF2-40B4-BE49-F238E27FC236}">
                  <a16:creationId xmlns:a16="http://schemas.microsoft.com/office/drawing/2014/main" id="{B4593CFC-7AC6-49E5-948D-E766EC3BF981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3" name="object 29">
              <a:extLst>
                <a:ext uri="{FF2B5EF4-FFF2-40B4-BE49-F238E27FC236}">
                  <a16:creationId xmlns:a16="http://schemas.microsoft.com/office/drawing/2014/main" id="{E21C0F3C-A547-41D7-87F5-D192C7761AC1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4" name="object 30">
              <a:extLst>
                <a:ext uri="{FF2B5EF4-FFF2-40B4-BE49-F238E27FC236}">
                  <a16:creationId xmlns:a16="http://schemas.microsoft.com/office/drawing/2014/main" id="{6F1B5E9E-8363-4A3D-BF6B-E9631E8A886B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5" name="object 31">
              <a:extLst>
                <a:ext uri="{FF2B5EF4-FFF2-40B4-BE49-F238E27FC236}">
                  <a16:creationId xmlns:a16="http://schemas.microsoft.com/office/drawing/2014/main" id="{B6B38092-9E37-47C3-BAA1-C5A8F919E706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7" name="object 32">
              <a:extLst>
                <a:ext uri="{FF2B5EF4-FFF2-40B4-BE49-F238E27FC236}">
                  <a16:creationId xmlns:a16="http://schemas.microsoft.com/office/drawing/2014/main" id="{38D71171-8579-461A-9DC9-08A9FB9519CC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8" name="object 33">
              <a:extLst>
                <a:ext uri="{FF2B5EF4-FFF2-40B4-BE49-F238E27FC236}">
                  <a16:creationId xmlns:a16="http://schemas.microsoft.com/office/drawing/2014/main" id="{5FE52D49-FD5B-4BD3-8FE7-792A8D1F821B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9" name="object 34">
              <a:extLst>
                <a:ext uri="{FF2B5EF4-FFF2-40B4-BE49-F238E27FC236}">
                  <a16:creationId xmlns:a16="http://schemas.microsoft.com/office/drawing/2014/main" id="{44C0F0BB-C8B0-40DB-9229-92470678AFF5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0" name="object 35">
              <a:extLst>
                <a:ext uri="{FF2B5EF4-FFF2-40B4-BE49-F238E27FC236}">
                  <a16:creationId xmlns:a16="http://schemas.microsoft.com/office/drawing/2014/main" id="{C68A89B2-15BF-42B1-A41B-6C5F9E9E803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1" name="object 36">
              <a:extLst>
                <a:ext uri="{FF2B5EF4-FFF2-40B4-BE49-F238E27FC236}">
                  <a16:creationId xmlns:a16="http://schemas.microsoft.com/office/drawing/2014/main" id="{9DAB20B9-E8A8-41C0-9DE5-791653500B4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2" name="object 37">
              <a:extLst>
                <a:ext uri="{FF2B5EF4-FFF2-40B4-BE49-F238E27FC236}">
                  <a16:creationId xmlns:a16="http://schemas.microsoft.com/office/drawing/2014/main" id="{DEFBBC13-8679-4FB6-AC41-0E1EA27372B8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3" name="object 38">
              <a:extLst>
                <a:ext uri="{FF2B5EF4-FFF2-40B4-BE49-F238E27FC236}">
                  <a16:creationId xmlns:a16="http://schemas.microsoft.com/office/drawing/2014/main" id="{DC4F7D1C-2645-4CD3-A1CC-7E6E03FC5D9A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4" name="object 39">
              <a:extLst>
                <a:ext uri="{FF2B5EF4-FFF2-40B4-BE49-F238E27FC236}">
                  <a16:creationId xmlns:a16="http://schemas.microsoft.com/office/drawing/2014/main" id="{B4784042-8E83-4E4E-B14C-E5B2926D842E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5" name="object 40">
              <a:extLst>
                <a:ext uri="{FF2B5EF4-FFF2-40B4-BE49-F238E27FC236}">
                  <a16:creationId xmlns:a16="http://schemas.microsoft.com/office/drawing/2014/main" id="{4CC23F4E-ECD2-44B9-960C-D47F89319F38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6" name="object 41">
              <a:extLst>
                <a:ext uri="{FF2B5EF4-FFF2-40B4-BE49-F238E27FC236}">
                  <a16:creationId xmlns:a16="http://schemas.microsoft.com/office/drawing/2014/main" id="{CABB980C-4023-4D65-83EA-03E370B6FD6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7" name="object 42">
              <a:extLst>
                <a:ext uri="{FF2B5EF4-FFF2-40B4-BE49-F238E27FC236}">
                  <a16:creationId xmlns:a16="http://schemas.microsoft.com/office/drawing/2014/main" id="{E73703C8-09FB-4415-A9D2-75FE5587A661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8" name="object 43">
              <a:extLst>
                <a:ext uri="{FF2B5EF4-FFF2-40B4-BE49-F238E27FC236}">
                  <a16:creationId xmlns:a16="http://schemas.microsoft.com/office/drawing/2014/main" id="{BA161AA4-892D-4568-981E-DCD706AB655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9" name="object 44">
              <a:extLst>
                <a:ext uri="{FF2B5EF4-FFF2-40B4-BE49-F238E27FC236}">
                  <a16:creationId xmlns:a16="http://schemas.microsoft.com/office/drawing/2014/main" id="{8533FBF8-7CC9-4F97-8226-DFE99F1AAA5B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0" name="object 45">
              <a:extLst>
                <a:ext uri="{FF2B5EF4-FFF2-40B4-BE49-F238E27FC236}">
                  <a16:creationId xmlns:a16="http://schemas.microsoft.com/office/drawing/2014/main" id="{DE421829-EFAC-4A3F-BEA9-063FC71FE2FD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1" name="object 46">
              <a:extLst>
                <a:ext uri="{FF2B5EF4-FFF2-40B4-BE49-F238E27FC236}">
                  <a16:creationId xmlns:a16="http://schemas.microsoft.com/office/drawing/2014/main" id="{F36BD943-E50F-4A79-B94B-A93C3DC9FA7A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2" name="object 47">
              <a:extLst>
                <a:ext uri="{FF2B5EF4-FFF2-40B4-BE49-F238E27FC236}">
                  <a16:creationId xmlns:a16="http://schemas.microsoft.com/office/drawing/2014/main" id="{F64CAB58-CF20-49B2-9C1D-F653C5793F50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3" name="object 48">
              <a:extLst>
                <a:ext uri="{FF2B5EF4-FFF2-40B4-BE49-F238E27FC236}">
                  <a16:creationId xmlns:a16="http://schemas.microsoft.com/office/drawing/2014/main" id="{ADA5A0FF-7165-466F-8115-53146B147824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4" name="object 49">
              <a:extLst>
                <a:ext uri="{FF2B5EF4-FFF2-40B4-BE49-F238E27FC236}">
                  <a16:creationId xmlns:a16="http://schemas.microsoft.com/office/drawing/2014/main" id="{F85E3CAC-3033-4F5D-8B0E-D2174588FCC9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5" name="object 50">
              <a:extLst>
                <a:ext uri="{FF2B5EF4-FFF2-40B4-BE49-F238E27FC236}">
                  <a16:creationId xmlns:a16="http://schemas.microsoft.com/office/drawing/2014/main" id="{E790185A-EB9D-4C54-8975-331574BB7132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6" name="object 51">
              <a:extLst>
                <a:ext uri="{FF2B5EF4-FFF2-40B4-BE49-F238E27FC236}">
                  <a16:creationId xmlns:a16="http://schemas.microsoft.com/office/drawing/2014/main" id="{5D6D6DF1-DF6F-40C2-8016-D8E3548F1929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7" name="object 52">
              <a:extLst>
                <a:ext uri="{FF2B5EF4-FFF2-40B4-BE49-F238E27FC236}">
                  <a16:creationId xmlns:a16="http://schemas.microsoft.com/office/drawing/2014/main" id="{D6DA3ECC-FEA8-4C15-AD3B-F3EFAA3A9D62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8" name="object 53">
              <a:extLst>
                <a:ext uri="{FF2B5EF4-FFF2-40B4-BE49-F238E27FC236}">
                  <a16:creationId xmlns:a16="http://schemas.microsoft.com/office/drawing/2014/main" id="{BE5CAA6C-A8FF-47B7-861B-B10F250B39B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9" name="object 54">
              <a:extLst>
                <a:ext uri="{FF2B5EF4-FFF2-40B4-BE49-F238E27FC236}">
                  <a16:creationId xmlns:a16="http://schemas.microsoft.com/office/drawing/2014/main" id="{60108C06-C239-41D6-BF9D-9D22570B2F8F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AA429B2-4494-4ADD-9C4E-9F9336522493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1" name="object 56">
              <a:extLst>
                <a:ext uri="{FF2B5EF4-FFF2-40B4-BE49-F238E27FC236}">
                  <a16:creationId xmlns:a16="http://schemas.microsoft.com/office/drawing/2014/main" id="{B225525D-D603-4EEE-A7DE-D51C165D81D8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2" name="object 57">
              <a:extLst>
                <a:ext uri="{FF2B5EF4-FFF2-40B4-BE49-F238E27FC236}">
                  <a16:creationId xmlns:a16="http://schemas.microsoft.com/office/drawing/2014/main" id="{D489A3A9-2158-4B62-9EF2-944B45D5269C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3" name="object 58">
              <a:extLst>
                <a:ext uri="{FF2B5EF4-FFF2-40B4-BE49-F238E27FC236}">
                  <a16:creationId xmlns:a16="http://schemas.microsoft.com/office/drawing/2014/main" id="{13C8E11B-C9B3-45E7-AE1F-D5E891666C7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4" name="object 59">
              <a:extLst>
                <a:ext uri="{FF2B5EF4-FFF2-40B4-BE49-F238E27FC236}">
                  <a16:creationId xmlns:a16="http://schemas.microsoft.com/office/drawing/2014/main" id="{DBEEFE1B-AFF0-4ECA-8F4B-1DA1B1BB106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6F6CD759-6A9C-42D7-ABC4-3AA7A09C5D74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08B7CDE3-0C6E-4083-AA57-97C17E1D2260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7" name="object 62">
              <a:extLst>
                <a:ext uri="{FF2B5EF4-FFF2-40B4-BE49-F238E27FC236}">
                  <a16:creationId xmlns:a16="http://schemas.microsoft.com/office/drawing/2014/main" id="{91C79260-DCC2-4566-BFC5-9F97CE36B42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8" name="object 63">
              <a:extLst>
                <a:ext uri="{FF2B5EF4-FFF2-40B4-BE49-F238E27FC236}">
                  <a16:creationId xmlns:a16="http://schemas.microsoft.com/office/drawing/2014/main" id="{799607A4-BE81-44B1-828E-365B9C1C0831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9" name="object 64">
              <a:extLst>
                <a:ext uri="{FF2B5EF4-FFF2-40B4-BE49-F238E27FC236}">
                  <a16:creationId xmlns:a16="http://schemas.microsoft.com/office/drawing/2014/main" id="{8E9FCEB8-7AA8-4398-B084-B7582950F178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0" name="object 65">
              <a:extLst>
                <a:ext uri="{FF2B5EF4-FFF2-40B4-BE49-F238E27FC236}">
                  <a16:creationId xmlns:a16="http://schemas.microsoft.com/office/drawing/2014/main" id="{8F5B4D47-B2DD-4ED2-9CE3-06840837631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1" name="object 66">
              <a:extLst>
                <a:ext uri="{FF2B5EF4-FFF2-40B4-BE49-F238E27FC236}">
                  <a16:creationId xmlns:a16="http://schemas.microsoft.com/office/drawing/2014/main" id="{19612715-ACD4-409C-BF4B-5101E311D481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2" name="object 67">
              <a:extLst>
                <a:ext uri="{FF2B5EF4-FFF2-40B4-BE49-F238E27FC236}">
                  <a16:creationId xmlns:a16="http://schemas.microsoft.com/office/drawing/2014/main" id="{A36025B0-E137-4137-82EE-3E9D796E8B13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3" name="object 68">
              <a:extLst>
                <a:ext uri="{FF2B5EF4-FFF2-40B4-BE49-F238E27FC236}">
                  <a16:creationId xmlns:a16="http://schemas.microsoft.com/office/drawing/2014/main" id="{854CB5CC-F68E-4CE8-BB22-B7B105FCDED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4" name="object 69">
              <a:extLst>
                <a:ext uri="{FF2B5EF4-FFF2-40B4-BE49-F238E27FC236}">
                  <a16:creationId xmlns:a16="http://schemas.microsoft.com/office/drawing/2014/main" id="{1249E9AA-E592-4261-A420-85692AACB2D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5" name="object 70">
              <a:extLst>
                <a:ext uri="{FF2B5EF4-FFF2-40B4-BE49-F238E27FC236}">
                  <a16:creationId xmlns:a16="http://schemas.microsoft.com/office/drawing/2014/main" id="{60E57261-8568-48CB-ABCA-E3439902FE2E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6" name="object 71">
              <a:extLst>
                <a:ext uri="{FF2B5EF4-FFF2-40B4-BE49-F238E27FC236}">
                  <a16:creationId xmlns:a16="http://schemas.microsoft.com/office/drawing/2014/main" id="{E4F28A9C-23CD-4F11-829E-65E72830AF69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7" name="object 72">
              <a:extLst>
                <a:ext uri="{FF2B5EF4-FFF2-40B4-BE49-F238E27FC236}">
                  <a16:creationId xmlns:a16="http://schemas.microsoft.com/office/drawing/2014/main" id="{94F7B97E-8C1D-40E0-BC4F-3D525BC427DC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8" name="object 73">
              <a:extLst>
                <a:ext uri="{FF2B5EF4-FFF2-40B4-BE49-F238E27FC236}">
                  <a16:creationId xmlns:a16="http://schemas.microsoft.com/office/drawing/2014/main" id="{3B3BF37C-AA70-4941-ADB7-0FD435B79E1B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9" name="object 74">
              <a:extLst>
                <a:ext uri="{FF2B5EF4-FFF2-40B4-BE49-F238E27FC236}">
                  <a16:creationId xmlns:a16="http://schemas.microsoft.com/office/drawing/2014/main" id="{D4227B11-76DD-4E9E-A817-35E31F5AB38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0" name="object 75">
              <a:extLst>
                <a:ext uri="{FF2B5EF4-FFF2-40B4-BE49-F238E27FC236}">
                  <a16:creationId xmlns:a16="http://schemas.microsoft.com/office/drawing/2014/main" id="{A737DD4C-E431-459C-92EC-B247DCE1B35E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1" name="object 76">
              <a:extLst>
                <a:ext uri="{FF2B5EF4-FFF2-40B4-BE49-F238E27FC236}">
                  <a16:creationId xmlns:a16="http://schemas.microsoft.com/office/drawing/2014/main" id="{B2EE1DA8-09B8-468E-BCA0-5C66A9144DB1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2" name="object 77">
              <a:extLst>
                <a:ext uri="{FF2B5EF4-FFF2-40B4-BE49-F238E27FC236}">
                  <a16:creationId xmlns:a16="http://schemas.microsoft.com/office/drawing/2014/main" id="{4F8414AC-FF49-4E36-A9AD-471196EF414E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3" name="object 78">
              <a:extLst>
                <a:ext uri="{FF2B5EF4-FFF2-40B4-BE49-F238E27FC236}">
                  <a16:creationId xmlns:a16="http://schemas.microsoft.com/office/drawing/2014/main" id="{71DCF65D-0D92-421D-82EC-8395A1A66D83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4" name="object 79">
              <a:extLst>
                <a:ext uri="{FF2B5EF4-FFF2-40B4-BE49-F238E27FC236}">
                  <a16:creationId xmlns:a16="http://schemas.microsoft.com/office/drawing/2014/main" id="{237E6913-713C-4CF1-9952-096CE044E1C9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5" name="object 80">
              <a:extLst>
                <a:ext uri="{FF2B5EF4-FFF2-40B4-BE49-F238E27FC236}">
                  <a16:creationId xmlns:a16="http://schemas.microsoft.com/office/drawing/2014/main" id="{05419E5D-0E0D-436A-A983-64BDA1A9C57E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6" name="object 81">
              <a:extLst>
                <a:ext uri="{FF2B5EF4-FFF2-40B4-BE49-F238E27FC236}">
                  <a16:creationId xmlns:a16="http://schemas.microsoft.com/office/drawing/2014/main" id="{B29AA640-03DA-4B90-95A0-864D548D0EF3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7" name="object 82">
              <a:extLst>
                <a:ext uri="{FF2B5EF4-FFF2-40B4-BE49-F238E27FC236}">
                  <a16:creationId xmlns:a16="http://schemas.microsoft.com/office/drawing/2014/main" id="{F3811173-ABF8-46BF-BAAE-A7A5105A000A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8" name="object 83">
              <a:extLst>
                <a:ext uri="{FF2B5EF4-FFF2-40B4-BE49-F238E27FC236}">
                  <a16:creationId xmlns:a16="http://schemas.microsoft.com/office/drawing/2014/main" id="{3F5084CA-0704-4404-A610-0B98B77ECA64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9" name="object 84">
              <a:extLst>
                <a:ext uri="{FF2B5EF4-FFF2-40B4-BE49-F238E27FC236}">
                  <a16:creationId xmlns:a16="http://schemas.microsoft.com/office/drawing/2014/main" id="{7FF4312A-1AAD-40CE-8B8B-C6504CBAC69D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0" name="object 85">
              <a:extLst>
                <a:ext uri="{FF2B5EF4-FFF2-40B4-BE49-F238E27FC236}">
                  <a16:creationId xmlns:a16="http://schemas.microsoft.com/office/drawing/2014/main" id="{BD998134-D7C4-425C-B59C-4752CB02E65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1" name="object 86">
              <a:extLst>
                <a:ext uri="{FF2B5EF4-FFF2-40B4-BE49-F238E27FC236}">
                  <a16:creationId xmlns:a16="http://schemas.microsoft.com/office/drawing/2014/main" id="{1B5677AF-EBFD-409D-AA1D-7E8E916CA99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2" name="object 87">
              <a:extLst>
                <a:ext uri="{FF2B5EF4-FFF2-40B4-BE49-F238E27FC236}">
                  <a16:creationId xmlns:a16="http://schemas.microsoft.com/office/drawing/2014/main" id="{B739C9A5-966D-4093-B832-1A60B82D3D25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3" name="object 88">
              <a:extLst>
                <a:ext uri="{FF2B5EF4-FFF2-40B4-BE49-F238E27FC236}">
                  <a16:creationId xmlns:a16="http://schemas.microsoft.com/office/drawing/2014/main" id="{16719953-E109-44EF-BB4A-CA4A1614F0B4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4" name="object 89">
              <a:extLst>
                <a:ext uri="{FF2B5EF4-FFF2-40B4-BE49-F238E27FC236}">
                  <a16:creationId xmlns:a16="http://schemas.microsoft.com/office/drawing/2014/main" id="{9CB65FB4-5E12-4951-83DC-613667EB28E7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5" name="object 90">
              <a:extLst>
                <a:ext uri="{FF2B5EF4-FFF2-40B4-BE49-F238E27FC236}">
                  <a16:creationId xmlns:a16="http://schemas.microsoft.com/office/drawing/2014/main" id="{3E625B92-AC4D-4CE4-92BA-68408CA8A5AB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6" name="object 91">
              <a:extLst>
                <a:ext uri="{FF2B5EF4-FFF2-40B4-BE49-F238E27FC236}">
                  <a16:creationId xmlns:a16="http://schemas.microsoft.com/office/drawing/2014/main" id="{0E534706-F3FF-4BFB-A3C7-484F32916258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7" name="object 92">
              <a:extLst>
                <a:ext uri="{FF2B5EF4-FFF2-40B4-BE49-F238E27FC236}">
                  <a16:creationId xmlns:a16="http://schemas.microsoft.com/office/drawing/2014/main" id="{4CACF6E9-7670-4694-B5E6-F01F7843683F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8" name="object 93">
              <a:extLst>
                <a:ext uri="{FF2B5EF4-FFF2-40B4-BE49-F238E27FC236}">
                  <a16:creationId xmlns:a16="http://schemas.microsoft.com/office/drawing/2014/main" id="{9A881B92-0DD0-4E34-AD82-A417B0FF2C40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9" name="object 94">
              <a:extLst>
                <a:ext uri="{FF2B5EF4-FFF2-40B4-BE49-F238E27FC236}">
                  <a16:creationId xmlns:a16="http://schemas.microsoft.com/office/drawing/2014/main" id="{6816833F-E35C-4276-87A7-0D39A5EF8EA1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0" name="object 95">
              <a:extLst>
                <a:ext uri="{FF2B5EF4-FFF2-40B4-BE49-F238E27FC236}">
                  <a16:creationId xmlns:a16="http://schemas.microsoft.com/office/drawing/2014/main" id="{C2C9AD0A-0119-4ED3-999D-8B4842FB0A47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1" name="object 96">
              <a:extLst>
                <a:ext uri="{FF2B5EF4-FFF2-40B4-BE49-F238E27FC236}">
                  <a16:creationId xmlns:a16="http://schemas.microsoft.com/office/drawing/2014/main" id="{B9F27870-B409-4733-804F-0835EF95C5A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2" name="object 97">
              <a:extLst>
                <a:ext uri="{FF2B5EF4-FFF2-40B4-BE49-F238E27FC236}">
                  <a16:creationId xmlns:a16="http://schemas.microsoft.com/office/drawing/2014/main" id="{32D7CA9F-DB04-42C7-9639-12B20BFBDFE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3" name="object 98">
              <a:extLst>
                <a:ext uri="{FF2B5EF4-FFF2-40B4-BE49-F238E27FC236}">
                  <a16:creationId xmlns:a16="http://schemas.microsoft.com/office/drawing/2014/main" id="{05528DF2-24E2-455D-BEC8-17C7EE0BC459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4" name="object 99">
              <a:extLst>
                <a:ext uri="{FF2B5EF4-FFF2-40B4-BE49-F238E27FC236}">
                  <a16:creationId xmlns:a16="http://schemas.microsoft.com/office/drawing/2014/main" id="{1686638F-922F-4690-9769-F2A6353122F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5" name="object 100">
              <a:extLst>
                <a:ext uri="{FF2B5EF4-FFF2-40B4-BE49-F238E27FC236}">
                  <a16:creationId xmlns:a16="http://schemas.microsoft.com/office/drawing/2014/main" id="{5C543170-5DC2-4278-96FF-ADEC21855889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6" name="object 101">
              <a:extLst>
                <a:ext uri="{FF2B5EF4-FFF2-40B4-BE49-F238E27FC236}">
                  <a16:creationId xmlns:a16="http://schemas.microsoft.com/office/drawing/2014/main" id="{DBF79F5A-E961-4574-86B1-7DF08004CD1F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7" name="object 102">
              <a:extLst>
                <a:ext uri="{FF2B5EF4-FFF2-40B4-BE49-F238E27FC236}">
                  <a16:creationId xmlns:a16="http://schemas.microsoft.com/office/drawing/2014/main" id="{24689F3A-5BB8-4F49-A72A-F0B85CDAE1E6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8" name="object 103">
              <a:extLst>
                <a:ext uri="{FF2B5EF4-FFF2-40B4-BE49-F238E27FC236}">
                  <a16:creationId xmlns:a16="http://schemas.microsoft.com/office/drawing/2014/main" id="{4B249B21-D8B8-4081-B3EC-14952014F8FE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9" name="object 104">
              <a:extLst>
                <a:ext uri="{FF2B5EF4-FFF2-40B4-BE49-F238E27FC236}">
                  <a16:creationId xmlns:a16="http://schemas.microsoft.com/office/drawing/2014/main" id="{8417B82C-D12F-4D15-B9D6-776242C6C12D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0" name="object 105">
              <a:extLst>
                <a:ext uri="{FF2B5EF4-FFF2-40B4-BE49-F238E27FC236}">
                  <a16:creationId xmlns:a16="http://schemas.microsoft.com/office/drawing/2014/main" id="{3ADFE083-3736-4FC2-A9FB-4E39732EA273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1" name="object 106">
              <a:extLst>
                <a:ext uri="{FF2B5EF4-FFF2-40B4-BE49-F238E27FC236}">
                  <a16:creationId xmlns:a16="http://schemas.microsoft.com/office/drawing/2014/main" id="{C30FE6FD-B3B9-4879-B9EF-F4C5E81EE0C9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2" name="object 107">
              <a:extLst>
                <a:ext uri="{FF2B5EF4-FFF2-40B4-BE49-F238E27FC236}">
                  <a16:creationId xmlns:a16="http://schemas.microsoft.com/office/drawing/2014/main" id="{0E74262E-1040-4A2D-916C-4D6FF494030D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3" name="object 108">
              <a:extLst>
                <a:ext uri="{FF2B5EF4-FFF2-40B4-BE49-F238E27FC236}">
                  <a16:creationId xmlns:a16="http://schemas.microsoft.com/office/drawing/2014/main" id="{7A5E086C-ADF3-4D09-881E-F75DA3449307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4" name="object 109">
              <a:extLst>
                <a:ext uri="{FF2B5EF4-FFF2-40B4-BE49-F238E27FC236}">
                  <a16:creationId xmlns:a16="http://schemas.microsoft.com/office/drawing/2014/main" id="{86EE62DA-80CD-4750-AA81-7DB8DE07D2E3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5" name="object 110">
              <a:extLst>
                <a:ext uri="{FF2B5EF4-FFF2-40B4-BE49-F238E27FC236}">
                  <a16:creationId xmlns:a16="http://schemas.microsoft.com/office/drawing/2014/main" id="{C49397E4-C0BF-41E9-8FEA-01F0BF75C687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6" name="object 111">
              <a:extLst>
                <a:ext uri="{FF2B5EF4-FFF2-40B4-BE49-F238E27FC236}">
                  <a16:creationId xmlns:a16="http://schemas.microsoft.com/office/drawing/2014/main" id="{516C767B-5F86-48FF-B44A-BF9FEA21580F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7" name="object 112">
              <a:extLst>
                <a:ext uri="{FF2B5EF4-FFF2-40B4-BE49-F238E27FC236}">
                  <a16:creationId xmlns:a16="http://schemas.microsoft.com/office/drawing/2014/main" id="{7CEDE4DD-E44F-4768-BF2E-5150140989F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8" name="object 113">
              <a:extLst>
                <a:ext uri="{FF2B5EF4-FFF2-40B4-BE49-F238E27FC236}">
                  <a16:creationId xmlns:a16="http://schemas.microsoft.com/office/drawing/2014/main" id="{0CB7EDB6-B4B8-4705-885D-8B359B98BD30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9" name="object 114">
              <a:extLst>
                <a:ext uri="{FF2B5EF4-FFF2-40B4-BE49-F238E27FC236}">
                  <a16:creationId xmlns:a16="http://schemas.microsoft.com/office/drawing/2014/main" id="{13E2A87F-53B9-47C1-8C9B-6C1B91570A04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0" name="object 115">
              <a:extLst>
                <a:ext uri="{FF2B5EF4-FFF2-40B4-BE49-F238E27FC236}">
                  <a16:creationId xmlns:a16="http://schemas.microsoft.com/office/drawing/2014/main" id="{A623657A-F486-4624-9227-4FB7D94574B3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1" name="object 116">
              <a:extLst>
                <a:ext uri="{FF2B5EF4-FFF2-40B4-BE49-F238E27FC236}">
                  <a16:creationId xmlns:a16="http://schemas.microsoft.com/office/drawing/2014/main" id="{62FE476F-462B-4A03-9B7E-F6C6546EFB7C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2" name="object 117">
              <a:extLst>
                <a:ext uri="{FF2B5EF4-FFF2-40B4-BE49-F238E27FC236}">
                  <a16:creationId xmlns:a16="http://schemas.microsoft.com/office/drawing/2014/main" id="{91859DC4-DCFC-4FA2-A5C8-88AA2FDF4B47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3" name="object 118">
              <a:extLst>
                <a:ext uri="{FF2B5EF4-FFF2-40B4-BE49-F238E27FC236}">
                  <a16:creationId xmlns:a16="http://schemas.microsoft.com/office/drawing/2014/main" id="{5E98C740-36D8-47C8-8BFB-E4130203296F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4" name="object 119">
              <a:extLst>
                <a:ext uri="{FF2B5EF4-FFF2-40B4-BE49-F238E27FC236}">
                  <a16:creationId xmlns:a16="http://schemas.microsoft.com/office/drawing/2014/main" id="{1F65273A-D25F-4A73-9D09-264C04237DCE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5" name="object 120">
              <a:extLst>
                <a:ext uri="{FF2B5EF4-FFF2-40B4-BE49-F238E27FC236}">
                  <a16:creationId xmlns:a16="http://schemas.microsoft.com/office/drawing/2014/main" id="{52400153-CAFB-4940-8464-C91A6C980502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6" name="object 121">
              <a:extLst>
                <a:ext uri="{FF2B5EF4-FFF2-40B4-BE49-F238E27FC236}">
                  <a16:creationId xmlns:a16="http://schemas.microsoft.com/office/drawing/2014/main" id="{192267D8-6BB3-4DE8-A0A8-83C9C7E60A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7" name="object 122">
              <a:extLst>
                <a:ext uri="{FF2B5EF4-FFF2-40B4-BE49-F238E27FC236}">
                  <a16:creationId xmlns:a16="http://schemas.microsoft.com/office/drawing/2014/main" id="{E5280981-2FC4-4A34-A32C-3C4A189B239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8" name="object 123">
              <a:extLst>
                <a:ext uri="{FF2B5EF4-FFF2-40B4-BE49-F238E27FC236}">
                  <a16:creationId xmlns:a16="http://schemas.microsoft.com/office/drawing/2014/main" id="{EBBB47E5-C65A-4CE9-A413-936B4B5D25C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9" name="object 124">
              <a:extLst>
                <a:ext uri="{FF2B5EF4-FFF2-40B4-BE49-F238E27FC236}">
                  <a16:creationId xmlns:a16="http://schemas.microsoft.com/office/drawing/2014/main" id="{F3BA046B-B236-404D-B0FD-0138C47724C9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0" name="object 125">
              <a:extLst>
                <a:ext uri="{FF2B5EF4-FFF2-40B4-BE49-F238E27FC236}">
                  <a16:creationId xmlns:a16="http://schemas.microsoft.com/office/drawing/2014/main" id="{98C7A876-9574-4355-95A1-BDDF095C1618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1" name="object 126">
              <a:extLst>
                <a:ext uri="{FF2B5EF4-FFF2-40B4-BE49-F238E27FC236}">
                  <a16:creationId xmlns:a16="http://schemas.microsoft.com/office/drawing/2014/main" id="{D234130A-9A90-4E41-806C-FDF9E74883B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2" name="object 127">
              <a:extLst>
                <a:ext uri="{FF2B5EF4-FFF2-40B4-BE49-F238E27FC236}">
                  <a16:creationId xmlns:a16="http://schemas.microsoft.com/office/drawing/2014/main" id="{6CF857BF-3E64-4DAA-AB64-D0418B8F3BAC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3" name="object 128">
              <a:extLst>
                <a:ext uri="{FF2B5EF4-FFF2-40B4-BE49-F238E27FC236}">
                  <a16:creationId xmlns:a16="http://schemas.microsoft.com/office/drawing/2014/main" id="{442A5A3E-1BEB-4ECA-9968-CE8D2C91DE98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4" name="object 129">
              <a:extLst>
                <a:ext uri="{FF2B5EF4-FFF2-40B4-BE49-F238E27FC236}">
                  <a16:creationId xmlns:a16="http://schemas.microsoft.com/office/drawing/2014/main" id="{90107F6D-0E3B-49C6-A652-C3FBB4A42384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5" name="object 130">
              <a:extLst>
                <a:ext uri="{FF2B5EF4-FFF2-40B4-BE49-F238E27FC236}">
                  <a16:creationId xmlns:a16="http://schemas.microsoft.com/office/drawing/2014/main" id="{900F56F0-8A6F-44FB-8405-82CA1B65DED5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6" name="object 131">
              <a:extLst>
                <a:ext uri="{FF2B5EF4-FFF2-40B4-BE49-F238E27FC236}">
                  <a16:creationId xmlns:a16="http://schemas.microsoft.com/office/drawing/2014/main" id="{12C62FE1-916E-4EFD-9B1A-DAB123ADE64C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7" name="object 132">
              <a:extLst>
                <a:ext uri="{FF2B5EF4-FFF2-40B4-BE49-F238E27FC236}">
                  <a16:creationId xmlns:a16="http://schemas.microsoft.com/office/drawing/2014/main" id="{5363DF88-3B1C-4D3F-8F90-0215965B167F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8" name="object 133">
              <a:extLst>
                <a:ext uri="{FF2B5EF4-FFF2-40B4-BE49-F238E27FC236}">
                  <a16:creationId xmlns:a16="http://schemas.microsoft.com/office/drawing/2014/main" id="{B9842818-CA3B-4123-AB24-DA2142FBDFE2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9" name="object 134">
              <a:extLst>
                <a:ext uri="{FF2B5EF4-FFF2-40B4-BE49-F238E27FC236}">
                  <a16:creationId xmlns:a16="http://schemas.microsoft.com/office/drawing/2014/main" id="{46931542-D8C0-4856-B136-F151F7950235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0" name="object 135">
              <a:extLst>
                <a:ext uri="{FF2B5EF4-FFF2-40B4-BE49-F238E27FC236}">
                  <a16:creationId xmlns:a16="http://schemas.microsoft.com/office/drawing/2014/main" id="{08170950-5ACB-4DAD-82B0-A06A66042382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1" name="object 136">
              <a:extLst>
                <a:ext uri="{FF2B5EF4-FFF2-40B4-BE49-F238E27FC236}">
                  <a16:creationId xmlns:a16="http://schemas.microsoft.com/office/drawing/2014/main" id="{C26A5F12-1E6B-4D6B-9302-46CD1A089717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2" name="object 137">
              <a:extLst>
                <a:ext uri="{FF2B5EF4-FFF2-40B4-BE49-F238E27FC236}">
                  <a16:creationId xmlns:a16="http://schemas.microsoft.com/office/drawing/2014/main" id="{26AC374B-B6C2-4E19-8F64-7148C1E615C8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3" name="object 138">
              <a:extLst>
                <a:ext uri="{FF2B5EF4-FFF2-40B4-BE49-F238E27FC236}">
                  <a16:creationId xmlns:a16="http://schemas.microsoft.com/office/drawing/2014/main" id="{430A5A94-F53C-446B-8815-480A4E29C7CE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4" name="object 139">
              <a:extLst>
                <a:ext uri="{FF2B5EF4-FFF2-40B4-BE49-F238E27FC236}">
                  <a16:creationId xmlns:a16="http://schemas.microsoft.com/office/drawing/2014/main" id="{E163CDBB-15E6-459D-8561-9D999163C628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5" name="object 140">
              <a:extLst>
                <a:ext uri="{FF2B5EF4-FFF2-40B4-BE49-F238E27FC236}">
                  <a16:creationId xmlns:a16="http://schemas.microsoft.com/office/drawing/2014/main" id="{FFC694C9-A017-40C9-B6AF-60DD868E20C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6" name="object 141">
              <a:extLst>
                <a:ext uri="{FF2B5EF4-FFF2-40B4-BE49-F238E27FC236}">
                  <a16:creationId xmlns:a16="http://schemas.microsoft.com/office/drawing/2014/main" id="{7A66DC09-E0C4-4D8A-AA57-37BC4F797644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7" name="object 142">
              <a:extLst>
                <a:ext uri="{FF2B5EF4-FFF2-40B4-BE49-F238E27FC236}">
                  <a16:creationId xmlns:a16="http://schemas.microsoft.com/office/drawing/2014/main" id="{B02BC211-7E2C-4DA4-8183-FC69C9568424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8" name="object 143">
              <a:extLst>
                <a:ext uri="{FF2B5EF4-FFF2-40B4-BE49-F238E27FC236}">
                  <a16:creationId xmlns:a16="http://schemas.microsoft.com/office/drawing/2014/main" id="{2B6A58BB-28FD-4EAE-9EEE-437C5DD463E1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9" name="object 144">
              <a:extLst>
                <a:ext uri="{FF2B5EF4-FFF2-40B4-BE49-F238E27FC236}">
                  <a16:creationId xmlns:a16="http://schemas.microsoft.com/office/drawing/2014/main" id="{733F1B52-7E3B-4C65-A04C-924C6DD0D18A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  <p:sp>
        <p:nvSpPr>
          <p:cNvPr id="300" name="object 9">
            <a:extLst>
              <a:ext uri="{FF2B5EF4-FFF2-40B4-BE49-F238E27FC236}">
                <a16:creationId xmlns:a16="http://schemas.microsoft.com/office/drawing/2014/main" id="{B6588A17-398E-4217-A3E3-340C99313FB2}"/>
              </a:ext>
            </a:extLst>
          </p:cNvPr>
          <p:cNvSpPr/>
          <p:nvPr userDrawn="1"/>
        </p:nvSpPr>
        <p:spPr>
          <a:xfrm>
            <a:off x="1" y="478146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301" name="Text Placeholder 9">
            <a:extLst>
              <a:ext uri="{FF2B5EF4-FFF2-40B4-BE49-F238E27FC236}">
                <a16:creationId xmlns:a16="http://schemas.microsoft.com/office/drawing/2014/main" id="{CD827380-06F0-492D-B363-36043BC839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137" y="2157904"/>
            <a:ext cx="3751804" cy="1061829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1" cap="all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2" name="Text Placeholder 15">
            <a:extLst>
              <a:ext uri="{FF2B5EF4-FFF2-40B4-BE49-F238E27FC236}">
                <a16:creationId xmlns:a16="http://schemas.microsoft.com/office/drawing/2014/main" id="{AFE83D49-BD7A-4D42-BE23-D9C762DADB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137" y="3145626"/>
            <a:ext cx="3751804" cy="546047"/>
          </a:xfrm>
        </p:spPr>
        <p:txBody>
          <a:bodyPr wrap="square">
            <a:spAutoFit/>
          </a:bodyPr>
          <a:lstStyle>
            <a:lvl1pPr marL="0" indent="0">
              <a:buNone/>
              <a:defRPr sz="1638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60DA6A-DCEB-4913-BE48-796A9A0B844B}"/>
              </a:ext>
            </a:extLst>
          </p:cNvPr>
          <p:cNvCxnSpPr>
            <a:cxnSpLocks/>
          </p:cNvCxnSpPr>
          <p:nvPr userDrawn="1"/>
        </p:nvCxnSpPr>
        <p:spPr>
          <a:xfrm>
            <a:off x="362850" y="3895859"/>
            <a:ext cx="9020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 Placeholder 37">
            <a:extLst>
              <a:ext uri="{FF2B5EF4-FFF2-40B4-BE49-F238E27FC236}">
                <a16:creationId xmlns:a16="http://schemas.microsoft.com/office/drawing/2014/main" id="{AF7B28B0-575B-4F92-BC55-7F5A112BD6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6135" y="4239276"/>
            <a:ext cx="3748183" cy="238142"/>
          </a:xfrm>
        </p:spPr>
        <p:txBody>
          <a:bodyPr>
            <a:spAutoFit/>
          </a:bodyPr>
          <a:lstStyle>
            <a:lvl1pPr marL="0" indent="0">
              <a:buNone/>
              <a:defRPr sz="1053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43" name="Image 142">
            <a:extLst>
              <a:ext uri="{FF2B5EF4-FFF2-40B4-BE49-F238E27FC236}">
                <a16:creationId xmlns:a16="http://schemas.microsoft.com/office/drawing/2014/main" id="{0C01CE65-CFA8-4F36-BEAB-17020C02A5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023" y="257979"/>
            <a:ext cx="1781371" cy="883168"/>
          </a:xfrm>
          <a:prstGeom prst="rect">
            <a:avLst/>
          </a:prstGeom>
        </p:spPr>
      </p:pic>
      <p:pic>
        <p:nvPicPr>
          <p:cNvPr id="144" name="Image 143">
            <a:extLst>
              <a:ext uri="{FF2B5EF4-FFF2-40B4-BE49-F238E27FC236}">
                <a16:creationId xmlns:a16="http://schemas.microsoft.com/office/drawing/2014/main" id="{58B464EA-D525-4524-8345-04D81A97D6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01" y="6128774"/>
            <a:ext cx="779030" cy="405893"/>
          </a:xfrm>
          <a:prstGeom prst="rect">
            <a:avLst/>
          </a:prstGeom>
        </p:spPr>
      </p:pic>
      <p:pic>
        <p:nvPicPr>
          <p:cNvPr id="145" name="Image 144">
            <a:extLst>
              <a:ext uri="{FF2B5EF4-FFF2-40B4-BE49-F238E27FC236}">
                <a16:creationId xmlns:a16="http://schemas.microsoft.com/office/drawing/2014/main" id="{CC60EA4A-CADD-4C67-A76B-1CBFA34BA6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02926" y="6272880"/>
            <a:ext cx="642421" cy="231210"/>
          </a:xfrm>
          <a:prstGeom prst="rect">
            <a:avLst/>
          </a:prstGeom>
        </p:spPr>
      </p:pic>
      <p:pic>
        <p:nvPicPr>
          <p:cNvPr id="146" name="Image 145">
            <a:extLst>
              <a:ext uri="{FF2B5EF4-FFF2-40B4-BE49-F238E27FC236}">
                <a16:creationId xmlns:a16="http://schemas.microsoft.com/office/drawing/2014/main" id="{56B89D6F-7834-4500-9BF5-219CBF450C6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45671" y="6295054"/>
            <a:ext cx="697821" cy="174149"/>
          </a:xfrm>
          <a:prstGeom prst="rect">
            <a:avLst/>
          </a:prstGeom>
        </p:spPr>
      </p:pic>
      <p:pic>
        <p:nvPicPr>
          <p:cNvPr id="147" name="Image 146">
            <a:extLst>
              <a:ext uri="{FF2B5EF4-FFF2-40B4-BE49-F238E27FC236}">
                <a16:creationId xmlns:a16="http://schemas.microsoft.com/office/drawing/2014/main" id="{C59C3F8E-16EA-439A-94C6-DE40FB68451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8023" y="6121224"/>
            <a:ext cx="461500" cy="461500"/>
          </a:xfrm>
          <a:prstGeom prst="rect">
            <a:avLst/>
          </a:prstGeom>
        </p:spPr>
      </p:pic>
      <p:pic>
        <p:nvPicPr>
          <p:cNvPr id="148" name="Image 147">
            <a:extLst>
              <a:ext uri="{FF2B5EF4-FFF2-40B4-BE49-F238E27FC236}">
                <a16:creationId xmlns:a16="http://schemas.microsoft.com/office/drawing/2014/main" id="{7D75EC82-8D23-4FA0-8DD0-AA587F64377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25997" y="6266097"/>
            <a:ext cx="642421" cy="2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1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ver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icture Placeholder 185">
            <a:extLst>
              <a:ext uri="{FF2B5EF4-FFF2-40B4-BE49-F238E27FC236}">
                <a16:creationId xmlns:a16="http://schemas.microsoft.com/office/drawing/2014/main" id="{9F3FEAEF-AED6-4FB6-8C00-4E271FD14626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4699247" y="371586"/>
            <a:ext cx="4089444" cy="6144427"/>
          </a:xfrm>
          <a:custGeom>
            <a:avLst/>
            <a:gdLst>
              <a:gd name="connsiteX0" fmla="*/ 0 w 17038640"/>
              <a:gd name="connsiteY0" fmla="*/ 15597745 h 25603201"/>
              <a:gd name="connsiteX1" fmla="*/ 1376468 w 17038640"/>
              <a:gd name="connsiteY1" fmla="*/ 15597745 h 25603201"/>
              <a:gd name="connsiteX2" fmla="*/ 1699886 w 17038640"/>
              <a:gd name="connsiteY2" fmla="*/ 15633825 h 25603201"/>
              <a:gd name="connsiteX3" fmla="*/ 2008988 w 17038640"/>
              <a:gd name="connsiteY3" fmla="*/ 15699567 h 25603201"/>
              <a:gd name="connsiteX4" fmla="*/ 2311510 w 17038640"/>
              <a:gd name="connsiteY4" fmla="*/ 15778833 h 25603201"/>
              <a:gd name="connsiteX5" fmla="*/ 2592704 w 17038640"/>
              <a:gd name="connsiteY5" fmla="*/ 15887173 h 25603201"/>
              <a:gd name="connsiteX6" fmla="*/ 2873846 w 17038640"/>
              <a:gd name="connsiteY6" fmla="*/ 16010107 h 25603201"/>
              <a:gd name="connsiteX7" fmla="*/ 3133128 w 17038640"/>
              <a:gd name="connsiteY7" fmla="*/ 16162647 h 25603201"/>
              <a:gd name="connsiteX8" fmla="*/ 3385464 w 17038640"/>
              <a:gd name="connsiteY8" fmla="*/ 16329249 h 25603201"/>
              <a:gd name="connsiteX9" fmla="*/ 3621336 w 17038640"/>
              <a:gd name="connsiteY9" fmla="*/ 16531931 h 25603201"/>
              <a:gd name="connsiteX10" fmla="*/ 3851752 w 17038640"/>
              <a:gd name="connsiteY10" fmla="*/ 16727605 h 25603201"/>
              <a:gd name="connsiteX11" fmla="*/ 4054274 w 17038640"/>
              <a:gd name="connsiteY11" fmla="*/ 16952361 h 25603201"/>
              <a:gd name="connsiteX12" fmla="*/ 4233434 w 17038640"/>
              <a:gd name="connsiteY12" fmla="*/ 17190635 h 25603201"/>
              <a:gd name="connsiteX13" fmla="*/ 4392178 w 17038640"/>
              <a:gd name="connsiteY13" fmla="*/ 17445593 h 25603201"/>
              <a:gd name="connsiteX14" fmla="*/ 4536546 w 17038640"/>
              <a:gd name="connsiteY14" fmla="*/ 17711981 h 25603201"/>
              <a:gd name="connsiteX15" fmla="*/ 4651940 w 17038640"/>
              <a:gd name="connsiteY15" fmla="*/ 17994941 h 25603201"/>
              <a:gd name="connsiteX16" fmla="*/ 4752000 w 17038640"/>
              <a:gd name="connsiteY16" fmla="*/ 18291957 h 25603201"/>
              <a:gd name="connsiteX17" fmla="*/ 4824156 w 17038640"/>
              <a:gd name="connsiteY17" fmla="*/ 18617035 h 25603201"/>
              <a:gd name="connsiteX18" fmla="*/ 4870068 w 17038640"/>
              <a:gd name="connsiteY18" fmla="*/ 19162533 h 25603201"/>
              <a:gd name="connsiteX19" fmla="*/ 4906460 w 17038640"/>
              <a:gd name="connsiteY19" fmla="*/ 19710499 h 25603201"/>
              <a:gd name="connsiteX20" fmla="*/ 4933138 w 17038640"/>
              <a:gd name="connsiteY20" fmla="*/ 20322923 h 25603201"/>
              <a:gd name="connsiteX21" fmla="*/ 2960968 w 17038640"/>
              <a:gd name="connsiteY21" fmla="*/ 20322923 h 25603201"/>
              <a:gd name="connsiteX22" fmla="*/ 2941512 w 17038640"/>
              <a:gd name="connsiteY22" fmla="*/ 22360405 h 25603201"/>
              <a:gd name="connsiteX23" fmla="*/ 4939072 w 17038640"/>
              <a:gd name="connsiteY23" fmla="*/ 22360405 h 25603201"/>
              <a:gd name="connsiteX24" fmla="*/ 4939072 w 17038640"/>
              <a:gd name="connsiteY24" fmla="*/ 25603201 h 25603201"/>
              <a:gd name="connsiteX25" fmla="*/ 0 w 17038640"/>
              <a:gd name="connsiteY25" fmla="*/ 25603201 h 25603201"/>
              <a:gd name="connsiteX26" fmla="*/ 7017004 w 17038640"/>
              <a:gd name="connsiteY26" fmla="*/ 13468438 h 25603201"/>
              <a:gd name="connsiteX27" fmla="*/ 7017004 w 17038640"/>
              <a:gd name="connsiteY27" fmla="*/ 15579307 h 25603201"/>
              <a:gd name="connsiteX28" fmla="*/ 9110716 w 17038640"/>
              <a:gd name="connsiteY28" fmla="*/ 15579307 h 25603201"/>
              <a:gd name="connsiteX29" fmla="*/ 9110716 w 17038640"/>
              <a:gd name="connsiteY29" fmla="*/ 13468438 h 25603201"/>
              <a:gd name="connsiteX30" fmla="*/ 0 w 17038640"/>
              <a:gd name="connsiteY30" fmla="*/ 0 h 25603201"/>
              <a:gd name="connsiteX31" fmla="*/ 17038640 w 17038640"/>
              <a:gd name="connsiteY31" fmla="*/ 0 h 25603201"/>
              <a:gd name="connsiteX32" fmla="*/ 17038640 w 17038640"/>
              <a:gd name="connsiteY32" fmla="*/ 25603201 h 25603201"/>
              <a:gd name="connsiteX33" fmla="*/ 7011832 w 17038640"/>
              <a:gd name="connsiteY33" fmla="*/ 25603201 h 25603201"/>
              <a:gd name="connsiteX34" fmla="*/ 7011832 w 17038640"/>
              <a:gd name="connsiteY34" fmla="*/ 22360405 h 25603201"/>
              <a:gd name="connsiteX35" fmla="*/ 9174064 w 17038640"/>
              <a:gd name="connsiteY35" fmla="*/ 22360405 h 25603201"/>
              <a:gd name="connsiteX36" fmla="*/ 9174064 w 17038640"/>
              <a:gd name="connsiteY36" fmla="*/ 20322923 h 25603201"/>
              <a:gd name="connsiteX37" fmla="*/ 7008302 w 17038640"/>
              <a:gd name="connsiteY37" fmla="*/ 20322923 h 25603201"/>
              <a:gd name="connsiteX38" fmla="*/ 6998748 w 17038640"/>
              <a:gd name="connsiteY38" fmla="*/ 19802117 h 25603201"/>
              <a:gd name="connsiteX39" fmla="*/ 6987784 w 17038640"/>
              <a:gd name="connsiteY39" fmla="*/ 19450817 h 25603201"/>
              <a:gd name="connsiteX40" fmla="*/ 6968412 w 17038640"/>
              <a:gd name="connsiteY40" fmla="*/ 19109099 h 25603201"/>
              <a:gd name="connsiteX41" fmla="*/ 6933632 w 17038640"/>
              <a:gd name="connsiteY41" fmla="*/ 18617035 h 25603201"/>
              <a:gd name="connsiteX42" fmla="*/ 6896808 w 17038640"/>
              <a:gd name="connsiteY42" fmla="*/ 18321091 h 25603201"/>
              <a:gd name="connsiteX43" fmla="*/ 6840096 w 17038640"/>
              <a:gd name="connsiteY43" fmla="*/ 18038609 h 25603201"/>
              <a:gd name="connsiteX44" fmla="*/ 6775424 w 17038640"/>
              <a:gd name="connsiteY44" fmla="*/ 17763131 h 25603201"/>
              <a:gd name="connsiteX45" fmla="*/ 6688836 w 17038640"/>
              <a:gd name="connsiteY45" fmla="*/ 17502779 h 25603201"/>
              <a:gd name="connsiteX46" fmla="*/ 6601714 w 17038640"/>
              <a:gd name="connsiteY46" fmla="*/ 17234305 h 25603201"/>
              <a:gd name="connsiteX47" fmla="*/ 6502192 w 17038640"/>
              <a:gd name="connsiteY47" fmla="*/ 16988013 h 25603201"/>
              <a:gd name="connsiteX48" fmla="*/ 6393212 w 17038640"/>
              <a:gd name="connsiteY48" fmla="*/ 16742147 h 25603201"/>
              <a:gd name="connsiteX49" fmla="*/ 6263810 w 17038640"/>
              <a:gd name="connsiteY49" fmla="*/ 16510817 h 25603201"/>
              <a:gd name="connsiteX50" fmla="*/ 6141410 w 17038640"/>
              <a:gd name="connsiteY50" fmla="*/ 16272059 h 25603201"/>
              <a:gd name="connsiteX51" fmla="*/ 5997578 w 17038640"/>
              <a:gd name="connsiteY51" fmla="*/ 16053291 h 25603201"/>
              <a:gd name="connsiteX52" fmla="*/ 5846316 w 17038640"/>
              <a:gd name="connsiteY52" fmla="*/ 15837037 h 25603201"/>
              <a:gd name="connsiteX53" fmla="*/ 5514880 w 17038640"/>
              <a:gd name="connsiteY53" fmla="*/ 15431143 h 25603201"/>
              <a:gd name="connsiteX54" fmla="*/ 5327274 w 17038640"/>
              <a:gd name="connsiteY54" fmla="*/ 15243002 h 25603201"/>
              <a:gd name="connsiteX55" fmla="*/ 5133678 w 17038640"/>
              <a:gd name="connsiteY55" fmla="*/ 15054381 h 25603201"/>
              <a:gd name="connsiteX56" fmla="*/ 4493676 w 17038640"/>
              <a:gd name="connsiteY56" fmla="*/ 14540574 h 25603201"/>
              <a:gd name="connsiteX57" fmla="*/ 4038878 w 17038640"/>
              <a:gd name="connsiteY57" fmla="*/ 14258628 h 25603201"/>
              <a:gd name="connsiteX58" fmla="*/ 3808942 w 17038640"/>
              <a:gd name="connsiteY58" fmla="*/ 14120144 h 25603201"/>
              <a:gd name="connsiteX59" fmla="*/ 3319238 w 17038640"/>
              <a:gd name="connsiteY59" fmla="*/ 13903885 h 25603201"/>
              <a:gd name="connsiteX60" fmla="*/ 2809172 w 17038640"/>
              <a:gd name="connsiteY60" fmla="*/ 13729805 h 25603201"/>
              <a:gd name="connsiteX61" fmla="*/ 2275698 w 17038640"/>
              <a:gd name="connsiteY61" fmla="*/ 13599384 h 25603201"/>
              <a:gd name="connsiteX62" fmla="*/ 1722336 w 17038640"/>
              <a:gd name="connsiteY62" fmla="*/ 13513066 h 25603201"/>
              <a:gd name="connsiteX63" fmla="*/ 1146048 w 17038640"/>
              <a:gd name="connsiteY63" fmla="*/ 13468438 h 25603201"/>
              <a:gd name="connsiteX64" fmla="*/ 0 w 17038640"/>
              <a:gd name="connsiteY64" fmla="*/ 13468438 h 2560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7038640" h="25603201">
                <a:moveTo>
                  <a:pt x="0" y="15597745"/>
                </a:moveTo>
                <a:lnTo>
                  <a:pt x="1376468" y="15597745"/>
                </a:lnTo>
                <a:lnTo>
                  <a:pt x="1699886" y="15633825"/>
                </a:lnTo>
                <a:lnTo>
                  <a:pt x="2008988" y="15699567"/>
                </a:lnTo>
                <a:lnTo>
                  <a:pt x="2311510" y="15778833"/>
                </a:lnTo>
                <a:lnTo>
                  <a:pt x="2592704" y="15887173"/>
                </a:lnTo>
                <a:lnTo>
                  <a:pt x="2873846" y="16010107"/>
                </a:lnTo>
                <a:lnTo>
                  <a:pt x="3133128" y="16162647"/>
                </a:lnTo>
                <a:lnTo>
                  <a:pt x="3385464" y="16329249"/>
                </a:lnTo>
                <a:lnTo>
                  <a:pt x="3621336" y="16531931"/>
                </a:lnTo>
                <a:lnTo>
                  <a:pt x="3851752" y="16727605"/>
                </a:lnTo>
                <a:lnTo>
                  <a:pt x="4054274" y="16952361"/>
                </a:lnTo>
                <a:lnTo>
                  <a:pt x="4233434" y="17190635"/>
                </a:lnTo>
                <a:lnTo>
                  <a:pt x="4392178" y="17445593"/>
                </a:lnTo>
                <a:lnTo>
                  <a:pt x="4536546" y="17711981"/>
                </a:lnTo>
                <a:lnTo>
                  <a:pt x="4651940" y="17994941"/>
                </a:lnTo>
                <a:lnTo>
                  <a:pt x="4752000" y="18291957"/>
                </a:lnTo>
                <a:lnTo>
                  <a:pt x="4824156" y="18617035"/>
                </a:lnTo>
                <a:lnTo>
                  <a:pt x="4870068" y="19162533"/>
                </a:lnTo>
                <a:lnTo>
                  <a:pt x="4906460" y="19710499"/>
                </a:lnTo>
                <a:lnTo>
                  <a:pt x="4933138" y="20322923"/>
                </a:lnTo>
                <a:lnTo>
                  <a:pt x="2960968" y="20322923"/>
                </a:lnTo>
                <a:lnTo>
                  <a:pt x="2941512" y="22360405"/>
                </a:lnTo>
                <a:lnTo>
                  <a:pt x="4939072" y="22360405"/>
                </a:lnTo>
                <a:lnTo>
                  <a:pt x="4939072" y="25603201"/>
                </a:lnTo>
                <a:lnTo>
                  <a:pt x="0" y="25603201"/>
                </a:lnTo>
                <a:close/>
                <a:moveTo>
                  <a:pt x="7017004" y="13468438"/>
                </a:moveTo>
                <a:lnTo>
                  <a:pt x="7017004" y="15579307"/>
                </a:lnTo>
                <a:lnTo>
                  <a:pt x="9110716" y="15579307"/>
                </a:lnTo>
                <a:lnTo>
                  <a:pt x="9110716" y="13468438"/>
                </a:lnTo>
                <a:close/>
                <a:moveTo>
                  <a:pt x="0" y="0"/>
                </a:moveTo>
                <a:lnTo>
                  <a:pt x="17038640" y="0"/>
                </a:lnTo>
                <a:lnTo>
                  <a:pt x="17038640" y="25603201"/>
                </a:lnTo>
                <a:lnTo>
                  <a:pt x="7011832" y="25603201"/>
                </a:lnTo>
                <a:lnTo>
                  <a:pt x="7011832" y="22360405"/>
                </a:lnTo>
                <a:lnTo>
                  <a:pt x="9174064" y="22360405"/>
                </a:lnTo>
                <a:lnTo>
                  <a:pt x="9174064" y="20322923"/>
                </a:lnTo>
                <a:lnTo>
                  <a:pt x="7008302" y="20322923"/>
                </a:lnTo>
                <a:lnTo>
                  <a:pt x="6998748" y="19802117"/>
                </a:lnTo>
                <a:lnTo>
                  <a:pt x="6987784" y="19450817"/>
                </a:lnTo>
                <a:lnTo>
                  <a:pt x="6968412" y="19109099"/>
                </a:lnTo>
                <a:lnTo>
                  <a:pt x="6933632" y="18617035"/>
                </a:lnTo>
                <a:lnTo>
                  <a:pt x="6896808" y="18321091"/>
                </a:lnTo>
                <a:lnTo>
                  <a:pt x="6840096" y="18038609"/>
                </a:lnTo>
                <a:lnTo>
                  <a:pt x="6775424" y="17763131"/>
                </a:lnTo>
                <a:lnTo>
                  <a:pt x="6688836" y="17502779"/>
                </a:lnTo>
                <a:lnTo>
                  <a:pt x="6601714" y="17234305"/>
                </a:lnTo>
                <a:lnTo>
                  <a:pt x="6502192" y="16988013"/>
                </a:lnTo>
                <a:lnTo>
                  <a:pt x="6393212" y="16742147"/>
                </a:lnTo>
                <a:lnTo>
                  <a:pt x="6263810" y="16510817"/>
                </a:lnTo>
                <a:lnTo>
                  <a:pt x="6141410" y="16272059"/>
                </a:lnTo>
                <a:lnTo>
                  <a:pt x="5997578" y="16053291"/>
                </a:lnTo>
                <a:lnTo>
                  <a:pt x="5846316" y="15837037"/>
                </a:lnTo>
                <a:lnTo>
                  <a:pt x="5514880" y="15431143"/>
                </a:lnTo>
                <a:lnTo>
                  <a:pt x="5327274" y="15243002"/>
                </a:lnTo>
                <a:lnTo>
                  <a:pt x="5133678" y="15054381"/>
                </a:lnTo>
                <a:lnTo>
                  <a:pt x="4493676" y="14540574"/>
                </a:lnTo>
                <a:lnTo>
                  <a:pt x="4038878" y="14258628"/>
                </a:lnTo>
                <a:lnTo>
                  <a:pt x="3808942" y="14120144"/>
                </a:lnTo>
                <a:lnTo>
                  <a:pt x="3319238" y="13903885"/>
                </a:lnTo>
                <a:lnTo>
                  <a:pt x="2809172" y="13729805"/>
                </a:lnTo>
                <a:lnTo>
                  <a:pt x="2275698" y="13599384"/>
                </a:lnTo>
                <a:lnTo>
                  <a:pt x="1722336" y="13513066"/>
                </a:lnTo>
                <a:lnTo>
                  <a:pt x="1146048" y="13468438"/>
                </a:lnTo>
                <a:lnTo>
                  <a:pt x="0" y="134684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8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1F83BB84-0103-44B3-9760-CDB5CB536805}"/>
              </a:ext>
            </a:extLst>
          </p:cNvPr>
          <p:cNvSpPr/>
          <p:nvPr userDrawn="1"/>
        </p:nvSpPr>
        <p:spPr>
          <a:xfrm rot="5400000">
            <a:off x="2974326" y="4649959"/>
            <a:ext cx="612198" cy="612257"/>
          </a:xfrm>
          <a:custGeom>
            <a:avLst/>
            <a:gdLst>
              <a:gd name="connsiteX0" fmla="*/ 0 w 2550965"/>
              <a:gd name="connsiteY0" fmla="*/ 1709533 h 2550965"/>
              <a:gd name="connsiteX1" fmla="*/ 0 w 2550965"/>
              <a:gd name="connsiteY1" fmla="*/ 841432 h 2550965"/>
              <a:gd name="connsiteX2" fmla="*/ 841435 w 2550965"/>
              <a:gd name="connsiteY2" fmla="*/ 841432 h 2550965"/>
              <a:gd name="connsiteX3" fmla="*/ 841435 w 2550965"/>
              <a:gd name="connsiteY3" fmla="*/ 0 h 2550965"/>
              <a:gd name="connsiteX4" fmla="*/ 1709535 w 2550965"/>
              <a:gd name="connsiteY4" fmla="*/ 0 h 2550965"/>
              <a:gd name="connsiteX5" fmla="*/ 1709535 w 2550965"/>
              <a:gd name="connsiteY5" fmla="*/ 841432 h 2550965"/>
              <a:gd name="connsiteX6" fmla="*/ 2550965 w 2550965"/>
              <a:gd name="connsiteY6" fmla="*/ 841432 h 2550965"/>
              <a:gd name="connsiteX7" fmla="*/ 2550965 w 2550965"/>
              <a:gd name="connsiteY7" fmla="*/ 1709533 h 2550965"/>
              <a:gd name="connsiteX8" fmla="*/ 1709535 w 2550965"/>
              <a:gd name="connsiteY8" fmla="*/ 1709533 h 2550965"/>
              <a:gd name="connsiteX9" fmla="*/ 1709535 w 2550965"/>
              <a:gd name="connsiteY9" fmla="*/ 2550965 h 2550965"/>
              <a:gd name="connsiteX10" fmla="*/ 841435 w 2550965"/>
              <a:gd name="connsiteY10" fmla="*/ 2550965 h 2550965"/>
              <a:gd name="connsiteX11" fmla="*/ 841435 w 2550965"/>
              <a:gd name="connsiteY11" fmla="*/ 1709533 h 2550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50965" h="2550965">
                <a:moveTo>
                  <a:pt x="0" y="1709533"/>
                </a:moveTo>
                <a:lnTo>
                  <a:pt x="0" y="841432"/>
                </a:lnTo>
                <a:lnTo>
                  <a:pt x="841435" y="841432"/>
                </a:lnTo>
                <a:lnTo>
                  <a:pt x="841435" y="0"/>
                </a:lnTo>
                <a:lnTo>
                  <a:pt x="1709535" y="0"/>
                </a:lnTo>
                <a:lnTo>
                  <a:pt x="1709535" y="841432"/>
                </a:lnTo>
                <a:lnTo>
                  <a:pt x="2550965" y="841432"/>
                </a:lnTo>
                <a:lnTo>
                  <a:pt x="2550965" y="1709533"/>
                </a:lnTo>
                <a:lnTo>
                  <a:pt x="1709535" y="1709533"/>
                </a:lnTo>
                <a:lnTo>
                  <a:pt x="1709535" y="2550965"/>
                </a:lnTo>
                <a:lnTo>
                  <a:pt x="841435" y="2550965"/>
                </a:lnTo>
                <a:lnTo>
                  <a:pt x="841435" y="17095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A115397F-3F8E-46F3-8104-A2C3440D04DC}"/>
              </a:ext>
            </a:extLst>
          </p:cNvPr>
          <p:cNvSpPr/>
          <p:nvPr userDrawn="1"/>
        </p:nvSpPr>
        <p:spPr>
          <a:xfrm>
            <a:off x="3914443" y="1947904"/>
            <a:ext cx="469304" cy="933146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94DFAD3-3BAA-43A5-AA03-54CEABE808C7}"/>
              </a:ext>
            </a:extLst>
          </p:cNvPr>
          <p:cNvSpPr/>
          <p:nvPr userDrawn="1"/>
        </p:nvSpPr>
        <p:spPr>
          <a:xfrm>
            <a:off x="2229493" y="1003382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grpSp>
        <p:nvGrpSpPr>
          <p:cNvPr id="176" name="Groupe 156">
            <a:extLst>
              <a:ext uri="{FF2B5EF4-FFF2-40B4-BE49-F238E27FC236}">
                <a16:creationId xmlns:a16="http://schemas.microsoft.com/office/drawing/2014/main" id="{338D252C-84E4-4B71-A163-F60D45448C3B}"/>
              </a:ext>
            </a:extLst>
          </p:cNvPr>
          <p:cNvGrpSpPr/>
          <p:nvPr userDrawn="1"/>
        </p:nvGrpSpPr>
        <p:grpSpPr>
          <a:xfrm>
            <a:off x="3233450" y="19073"/>
            <a:ext cx="899813" cy="498075"/>
            <a:chOff x="3230833" y="6645"/>
            <a:chExt cx="902409" cy="499560"/>
          </a:xfrm>
        </p:grpSpPr>
        <p:sp>
          <p:nvSpPr>
            <p:cNvPr id="177" name="object 23">
              <a:extLst>
                <a:ext uri="{FF2B5EF4-FFF2-40B4-BE49-F238E27FC236}">
                  <a16:creationId xmlns:a16="http://schemas.microsoft.com/office/drawing/2014/main" id="{BD8218E8-3B17-43AB-B33E-949D2318DB6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8" name="object 24">
              <a:extLst>
                <a:ext uri="{FF2B5EF4-FFF2-40B4-BE49-F238E27FC236}">
                  <a16:creationId xmlns:a16="http://schemas.microsoft.com/office/drawing/2014/main" id="{19CA42D6-AC7F-4D87-B5F4-99C1EC242A02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9" name="object 25">
              <a:extLst>
                <a:ext uri="{FF2B5EF4-FFF2-40B4-BE49-F238E27FC236}">
                  <a16:creationId xmlns:a16="http://schemas.microsoft.com/office/drawing/2014/main" id="{D9D68F47-262E-4AC3-A9EC-F0C7CE402647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0" name="object 26">
              <a:extLst>
                <a:ext uri="{FF2B5EF4-FFF2-40B4-BE49-F238E27FC236}">
                  <a16:creationId xmlns:a16="http://schemas.microsoft.com/office/drawing/2014/main" id="{3425C396-CDD6-453C-B569-319CE5A353A0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1" name="object 27">
              <a:extLst>
                <a:ext uri="{FF2B5EF4-FFF2-40B4-BE49-F238E27FC236}">
                  <a16:creationId xmlns:a16="http://schemas.microsoft.com/office/drawing/2014/main" id="{E809289B-2BE0-41C0-8380-F5970B8F92A5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2" name="object 28">
              <a:extLst>
                <a:ext uri="{FF2B5EF4-FFF2-40B4-BE49-F238E27FC236}">
                  <a16:creationId xmlns:a16="http://schemas.microsoft.com/office/drawing/2014/main" id="{B4593CFC-7AC6-49E5-948D-E766EC3BF981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3" name="object 29">
              <a:extLst>
                <a:ext uri="{FF2B5EF4-FFF2-40B4-BE49-F238E27FC236}">
                  <a16:creationId xmlns:a16="http://schemas.microsoft.com/office/drawing/2014/main" id="{E21C0F3C-A547-41D7-87F5-D192C7761AC1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4" name="object 30">
              <a:extLst>
                <a:ext uri="{FF2B5EF4-FFF2-40B4-BE49-F238E27FC236}">
                  <a16:creationId xmlns:a16="http://schemas.microsoft.com/office/drawing/2014/main" id="{6F1B5E9E-8363-4A3D-BF6B-E9631E8A886B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5" name="object 31">
              <a:extLst>
                <a:ext uri="{FF2B5EF4-FFF2-40B4-BE49-F238E27FC236}">
                  <a16:creationId xmlns:a16="http://schemas.microsoft.com/office/drawing/2014/main" id="{B6B38092-9E37-47C3-BAA1-C5A8F919E706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7" name="object 32">
              <a:extLst>
                <a:ext uri="{FF2B5EF4-FFF2-40B4-BE49-F238E27FC236}">
                  <a16:creationId xmlns:a16="http://schemas.microsoft.com/office/drawing/2014/main" id="{38D71171-8579-461A-9DC9-08A9FB9519CC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8" name="object 33">
              <a:extLst>
                <a:ext uri="{FF2B5EF4-FFF2-40B4-BE49-F238E27FC236}">
                  <a16:creationId xmlns:a16="http://schemas.microsoft.com/office/drawing/2014/main" id="{5FE52D49-FD5B-4BD3-8FE7-792A8D1F821B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9" name="object 34">
              <a:extLst>
                <a:ext uri="{FF2B5EF4-FFF2-40B4-BE49-F238E27FC236}">
                  <a16:creationId xmlns:a16="http://schemas.microsoft.com/office/drawing/2014/main" id="{44C0F0BB-C8B0-40DB-9229-92470678AFF5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0" name="object 35">
              <a:extLst>
                <a:ext uri="{FF2B5EF4-FFF2-40B4-BE49-F238E27FC236}">
                  <a16:creationId xmlns:a16="http://schemas.microsoft.com/office/drawing/2014/main" id="{C68A89B2-15BF-42B1-A41B-6C5F9E9E803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1" name="object 36">
              <a:extLst>
                <a:ext uri="{FF2B5EF4-FFF2-40B4-BE49-F238E27FC236}">
                  <a16:creationId xmlns:a16="http://schemas.microsoft.com/office/drawing/2014/main" id="{9DAB20B9-E8A8-41C0-9DE5-791653500B4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2" name="object 37">
              <a:extLst>
                <a:ext uri="{FF2B5EF4-FFF2-40B4-BE49-F238E27FC236}">
                  <a16:creationId xmlns:a16="http://schemas.microsoft.com/office/drawing/2014/main" id="{DEFBBC13-8679-4FB6-AC41-0E1EA27372B8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3" name="object 38">
              <a:extLst>
                <a:ext uri="{FF2B5EF4-FFF2-40B4-BE49-F238E27FC236}">
                  <a16:creationId xmlns:a16="http://schemas.microsoft.com/office/drawing/2014/main" id="{DC4F7D1C-2645-4CD3-A1CC-7E6E03FC5D9A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4" name="object 39">
              <a:extLst>
                <a:ext uri="{FF2B5EF4-FFF2-40B4-BE49-F238E27FC236}">
                  <a16:creationId xmlns:a16="http://schemas.microsoft.com/office/drawing/2014/main" id="{B4784042-8E83-4E4E-B14C-E5B2926D842E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5" name="object 40">
              <a:extLst>
                <a:ext uri="{FF2B5EF4-FFF2-40B4-BE49-F238E27FC236}">
                  <a16:creationId xmlns:a16="http://schemas.microsoft.com/office/drawing/2014/main" id="{4CC23F4E-ECD2-44B9-960C-D47F89319F38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6" name="object 41">
              <a:extLst>
                <a:ext uri="{FF2B5EF4-FFF2-40B4-BE49-F238E27FC236}">
                  <a16:creationId xmlns:a16="http://schemas.microsoft.com/office/drawing/2014/main" id="{CABB980C-4023-4D65-83EA-03E370B6FD6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7" name="object 42">
              <a:extLst>
                <a:ext uri="{FF2B5EF4-FFF2-40B4-BE49-F238E27FC236}">
                  <a16:creationId xmlns:a16="http://schemas.microsoft.com/office/drawing/2014/main" id="{E73703C8-09FB-4415-A9D2-75FE5587A661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8" name="object 43">
              <a:extLst>
                <a:ext uri="{FF2B5EF4-FFF2-40B4-BE49-F238E27FC236}">
                  <a16:creationId xmlns:a16="http://schemas.microsoft.com/office/drawing/2014/main" id="{BA161AA4-892D-4568-981E-DCD706AB655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99" name="object 44">
              <a:extLst>
                <a:ext uri="{FF2B5EF4-FFF2-40B4-BE49-F238E27FC236}">
                  <a16:creationId xmlns:a16="http://schemas.microsoft.com/office/drawing/2014/main" id="{8533FBF8-7CC9-4F97-8226-DFE99F1AAA5B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0" name="object 45">
              <a:extLst>
                <a:ext uri="{FF2B5EF4-FFF2-40B4-BE49-F238E27FC236}">
                  <a16:creationId xmlns:a16="http://schemas.microsoft.com/office/drawing/2014/main" id="{DE421829-EFAC-4A3F-BEA9-063FC71FE2FD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1" name="object 46">
              <a:extLst>
                <a:ext uri="{FF2B5EF4-FFF2-40B4-BE49-F238E27FC236}">
                  <a16:creationId xmlns:a16="http://schemas.microsoft.com/office/drawing/2014/main" id="{F36BD943-E50F-4A79-B94B-A93C3DC9FA7A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2" name="object 47">
              <a:extLst>
                <a:ext uri="{FF2B5EF4-FFF2-40B4-BE49-F238E27FC236}">
                  <a16:creationId xmlns:a16="http://schemas.microsoft.com/office/drawing/2014/main" id="{F64CAB58-CF20-49B2-9C1D-F653C5793F50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3" name="object 48">
              <a:extLst>
                <a:ext uri="{FF2B5EF4-FFF2-40B4-BE49-F238E27FC236}">
                  <a16:creationId xmlns:a16="http://schemas.microsoft.com/office/drawing/2014/main" id="{ADA5A0FF-7165-466F-8115-53146B147824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4" name="object 49">
              <a:extLst>
                <a:ext uri="{FF2B5EF4-FFF2-40B4-BE49-F238E27FC236}">
                  <a16:creationId xmlns:a16="http://schemas.microsoft.com/office/drawing/2014/main" id="{F85E3CAC-3033-4F5D-8B0E-D2174588FCC9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5" name="object 50">
              <a:extLst>
                <a:ext uri="{FF2B5EF4-FFF2-40B4-BE49-F238E27FC236}">
                  <a16:creationId xmlns:a16="http://schemas.microsoft.com/office/drawing/2014/main" id="{E790185A-EB9D-4C54-8975-331574BB7132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6" name="object 51">
              <a:extLst>
                <a:ext uri="{FF2B5EF4-FFF2-40B4-BE49-F238E27FC236}">
                  <a16:creationId xmlns:a16="http://schemas.microsoft.com/office/drawing/2014/main" id="{5D6D6DF1-DF6F-40C2-8016-D8E3548F1929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7" name="object 52">
              <a:extLst>
                <a:ext uri="{FF2B5EF4-FFF2-40B4-BE49-F238E27FC236}">
                  <a16:creationId xmlns:a16="http://schemas.microsoft.com/office/drawing/2014/main" id="{D6DA3ECC-FEA8-4C15-AD3B-F3EFAA3A9D62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8" name="object 53">
              <a:extLst>
                <a:ext uri="{FF2B5EF4-FFF2-40B4-BE49-F238E27FC236}">
                  <a16:creationId xmlns:a16="http://schemas.microsoft.com/office/drawing/2014/main" id="{BE5CAA6C-A8FF-47B7-861B-B10F250B39B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9" name="object 54">
              <a:extLst>
                <a:ext uri="{FF2B5EF4-FFF2-40B4-BE49-F238E27FC236}">
                  <a16:creationId xmlns:a16="http://schemas.microsoft.com/office/drawing/2014/main" id="{60108C06-C239-41D6-BF9D-9D22570B2F8F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AA429B2-4494-4ADD-9C4E-9F9336522493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1" name="object 56">
              <a:extLst>
                <a:ext uri="{FF2B5EF4-FFF2-40B4-BE49-F238E27FC236}">
                  <a16:creationId xmlns:a16="http://schemas.microsoft.com/office/drawing/2014/main" id="{B225525D-D603-4EEE-A7DE-D51C165D81D8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2" name="object 57">
              <a:extLst>
                <a:ext uri="{FF2B5EF4-FFF2-40B4-BE49-F238E27FC236}">
                  <a16:creationId xmlns:a16="http://schemas.microsoft.com/office/drawing/2014/main" id="{D489A3A9-2158-4B62-9EF2-944B45D5269C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3" name="object 58">
              <a:extLst>
                <a:ext uri="{FF2B5EF4-FFF2-40B4-BE49-F238E27FC236}">
                  <a16:creationId xmlns:a16="http://schemas.microsoft.com/office/drawing/2014/main" id="{13C8E11B-C9B3-45E7-AE1F-D5E891666C7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4" name="object 59">
              <a:extLst>
                <a:ext uri="{FF2B5EF4-FFF2-40B4-BE49-F238E27FC236}">
                  <a16:creationId xmlns:a16="http://schemas.microsoft.com/office/drawing/2014/main" id="{DBEEFE1B-AFF0-4ECA-8F4B-1DA1B1BB106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6F6CD759-6A9C-42D7-ABC4-3AA7A09C5D74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08B7CDE3-0C6E-4083-AA57-97C17E1D2260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7" name="object 62">
              <a:extLst>
                <a:ext uri="{FF2B5EF4-FFF2-40B4-BE49-F238E27FC236}">
                  <a16:creationId xmlns:a16="http://schemas.microsoft.com/office/drawing/2014/main" id="{91C79260-DCC2-4566-BFC5-9F97CE36B42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8" name="object 63">
              <a:extLst>
                <a:ext uri="{FF2B5EF4-FFF2-40B4-BE49-F238E27FC236}">
                  <a16:creationId xmlns:a16="http://schemas.microsoft.com/office/drawing/2014/main" id="{799607A4-BE81-44B1-828E-365B9C1C0831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9" name="object 64">
              <a:extLst>
                <a:ext uri="{FF2B5EF4-FFF2-40B4-BE49-F238E27FC236}">
                  <a16:creationId xmlns:a16="http://schemas.microsoft.com/office/drawing/2014/main" id="{8E9FCEB8-7AA8-4398-B084-B7582950F178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0" name="object 65">
              <a:extLst>
                <a:ext uri="{FF2B5EF4-FFF2-40B4-BE49-F238E27FC236}">
                  <a16:creationId xmlns:a16="http://schemas.microsoft.com/office/drawing/2014/main" id="{8F5B4D47-B2DD-4ED2-9CE3-06840837631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1" name="object 66">
              <a:extLst>
                <a:ext uri="{FF2B5EF4-FFF2-40B4-BE49-F238E27FC236}">
                  <a16:creationId xmlns:a16="http://schemas.microsoft.com/office/drawing/2014/main" id="{19612715-ACD4-409C-BF4B-5101E311D481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2" name="object 67">
              <a:extLst>
                <a:ext uri="{FF2B5EF4-FFF2-40B4-BE49-F238E27FC236}">
                  <a16:creationId xmlns:a16="http://schemas.microsoft.com/office/drawing/2014/main" id="{A36025B0-E137-4137-82EE-3E9D796E8B13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3" name="object 68">
              <a:extLst>
                <a:ext uri="{FF2B5EF4-FFF2-40B4-BE49-F238E27FC236}">
                  <a16:creationId xmlns:a16="http://schemas.microsoft.com/office/drawing/2014/main" id="{854CB5CC-F68E-4CE8-BB22-B7B105FCDED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4" name="object 69">
              <a:extLst>
                <a:ext uri="{FF2B5EF4-FFF2-40B4-BE49-F238E27FC236}">
                  <a16:creationId xmlns:a16="http://schemas.microsoft.com/office/drawing/2014/main" id="{1249E9AA-E592-4261-A420-85692AACB2D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5" name="object 70">
              <a:extLst>
                <a:ext uri="{FF2B5EF4-FFF2-40B4-BE49-F238E27FC236}">
                  <a16:creationId xmlns:a16="http://schemas.microsoft.com/office/drawing/2014/main" id="{60E57261-8568-48CB-ABCA-E3439902FE2E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6" name="object 71">
              <a:extLst>
                <a:ext uri="{FF2B5EF4-FFF2-40B4-BE49-F238E27FC236}">
                  <a16:creationId xmlns:a16="http://schemas.microsoft.com/office/drawing/2014/main" id="{E4F28A9C-23CD-4F11-829E-65E72830AF69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7" name="object 72">
              <a:extLst>
                <a:ext uri="{FF2B5EF4-FFF2-40B4-BE49-F238E27FC236}">
                  <a16:creationId xmlns:a16="http://schemas.microsoft.com/office/drawing/2014/main" id="{94F7B97E-8C1D-40E0-BC4F-3D525BC427DC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8" name="object 73">
              <a:extLst>
                <a:ext uri="{FF2B5EF4-FFF2-40B4-BE49-F238E27FC236}">
                  <a16:creationId xmlns:a16="http://schemas.microsoft.com/office/drawing/2014/main" id="{3B3BF37C-AA70-4941-ADB7-0FD435B79E1B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29" name="object 74">
              <a:extLst>
                <a:ext uri="{FF2B5EF4-FFF2-40B4-BE49-F238E27FC236}">
                  <a16:creationId xmlns:a16="http://schemas.microsoft.com/office/drawing/2014/main" id="{D4227B11-76DD-4E9E-A817-35E31F5AB38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0" name="object 75">
              <a:extLst>
                <a:ext uri="{FF2B5EF4-FFF2-40B4-BE49-F238E27FC236}">
                  <a16:creationId xmlns:a16="http://schemas.microsoft.com/office/drawing/2014/main" id="{A737DD4C-E431-459C-92EC-B247DCE1B35E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1" name="object 76">
              <a:extLst>
                <a:ext uri="{FF2B5EF4-FFF2-40B4-BE49-F238E27FC236}">
                  <a16:creationId xmlns:a16="http://schemas.microsoft.com/office/drawing/2014/main" id="{B2EE1DA8-09B8-468E-BCA0-5C66A9144DB1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2" name="object 77">
              <a:extLst>
                <a:ext uri="{FF2B5EF4-FFF2-40B4-BE49-F238E27FC236}">
                  <a16:creationId xmlns:a16="http://schemas.microsoft.com/office/drawing/2014/main" id="{4F8414AC-FF49-4E36-A9AD-471196EF414E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3" name="object 78">
              <a:extLst>
                <a:ext uri="{FF2B5EF4-FFF2-40B4-BE49-F238E27FC236}">
                  <a16:creationId xmlns:a16="http://schemas.microsoft.com/office/drawing/2014/main" id="{71DCF65D-0D92-421D-82EC-8395A1A66D83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4" name="object 79">
              <a:extLst>
                <a:ext uri="{FF2B5EF4-FFF2-40B4-BE49-F238E27FC236}">
                  <a16:creationId xmlns:a16="http://schemas.microsoft.com/office/drawing/2014/main" id="{237E6913-713C-4CF1-9952-096CE044E1C9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5" name="object 80">
              <a:extLst>
                <a:ext uri="{FF2B5EF4-FFF2-40B4-BE49-F238E27FC236}">
                  <a16:creationId xmlns:a16="http://schemas.microsoft.com/office/drawing/2014/main" id="{05419E5D-0E0D-436A-A983-64BDA1A9C57E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6" name="object 81">
              <a:extLst>
                <a:ext uri="{FF2B5EF4-FFF2-40B4-BE49-F238E27FC236}">
                  <a16:creationId xmlns:a16="http://schemas.microsoft.com/office/drawing/2014/main" id="{B29AA640-03DA-4B90-95A0-864D548D0EF3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7" name="object 82">
              <a:extLst>
                <a:ext uri="{FF2B5EF4-FFF2-40B4-BE49-F238E27FC236}">
                  <a16:creationId xmlns:a16="http://schemas.microsoft.com/office/drawing/2014/main" id="{F3811173-ABF8-46BF-BAAE-A7A5105A000A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8" name="object 83">
              <a:extLst>
                <a:ext uri="{FF2B5EF4-FFF2-40B4-BE49-F238E27FC236}">
                  <a16:creationId xmlns:a16="http://schemas.microsoft.com/office/drawing/2014/main" id="{3F5084CA-0704-4404-A610-0B98B77ECA64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39" name="object 84">
              <a:extLst>
                <a:ext uri="{FF2B5EF4-FFF2-40B4-BE49-F238E27FC236}">
                  <a16:creationId xmlns:a16="http://schemas.microsoft.com/office/drawing/2014/main" id="{7FF4312A-1AAD-40CE-8B8B-C6504CBAC69D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0" name="object 85">
              <a:extLst>
                <a:ext uri="{FF2B5EF4-FFF2-40B4-BE49-F238E27FC236}">
                  <a16:creationId xmlns:a16="http://schemas.microsoft.com/office/drawing/2014/main" id="{BD998134-D7C4-425C-B59C-4752CB02E65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1" name="object 86">
              <a:extLst>
                <a:ext uri="{FF2B5EF4-FFF2-40B4-BE49-F238E27FC236}">
                  <a16:creationId xmlns:a16="http://schemas.microsoft.com/office/drawing/2014/main" id="{1B5677AF-EBFD-409D-AA1D-7E8E916CA99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2" name="object 87">
              <a:extLst>
                <a:ext uri="{FF2B5EF4-FFF2-40B4-BE49-F238E27FC236}">
                  <a16:creationId xmlns:a16="http://schemas.microsoft.com/office/drawing/2014/main" id="{B739C9A5-966D-4093-B832-1A60B82D3D25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3" name="object 88">
              <a:extLst>
                <a:ext uri="{FF2B5EF4-FFF2-40B4-BE49-F238E27FC236}">
                  <a16:creationId xmlns:a16="http://schemas.microsoft.com/office/drawing/2014/main" id="{16719953-E109-44EF-BB4A-CA4A1614F0B4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4" name="object 89">
              <a:extLst>
                <a:ext uri="{FF2B5EF4-FFF2-40B4-BE49-F238E27FC236}">
                  <a16:creationId xmlns:a16="http://schemas.microsoft.com/office/drawing/2014/main" id="{9CB65FB4-5E12-4951-83DC-613667EB28E7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5" name="object 90">
              <a:extLst>
                <a:ext uri="{FF2B5EF4-FFF2-40B4-BE49-F238E27FC236}">
                  <a16:creationId xmlns:a16="http://schemas.microsoft.com/office/drawing/2014/main" id="{3E625B92-AC4D-4CE4-92BA-68408CA8A5AB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6" name="object 91">
              <a:extLst>
                <a:ext uri="{FF2B5EF4-FFF2-40B4-BE49-F238E27FC236}">
                  <a16:creationId xmlns:a16="http://schemas.microsoft.com/office/drawing/2014/main" id="{0E534706-F3FF-4BFB-A3C7-484F32916258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7" name="object 92">
              <a:extLst>
                <a:ext uri="{FF2B5EF4-FFF2-40B4-BE49-F238E27FC236}">
                  <a16:creationId xmlns:a16="http://schemas.microsoft.com/office/drawing/2014/main" id="{4CACF6E9-7670-4694-B5E6-F01F7843683F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8" name="object 93">
              <a:extLst>
                <a:ext uri="{FF2B5EF4-FFF2-40B4-BE49-F238E27FC236}">
                  <a16:creationId xmlns:a16="http://schemas.microsoft.com/office/drawing/2014/main" id="{9A881B92-0DD0-4E34-AD82-A417B0FF2C40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9" name="object 94">
              <a:extLst>
                <a:ext uri="{FF2B5EF4-FFF2-40B4-BE49-F238E27FC236}">
                  <a16:creationId xmlns:a16="http://schemas.microsoft.com/office/drawing/2014/main" id="{6816833F-E35C-4276-87A7-0D39A5EF8EA1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0" name="object 95">
              <a:extLst>
                <a:ext uri="{FF2B5EF4-FFF2-40B4-BE49-F238E27FC236}">
                  <a16:creationId xmlns:a16="http://schemas.microsoft.com/office/drawing/2014/main" id="{C2C9AD0A-0119-4ED3-999D-8B4842FB0A47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1" name="object 96">
              <a:extLst>
                <a:ext uri="{FF2B5EF4-FFF2-40B4-BE49-F238E27FC236}">
                  <a16:creationId xmlns:a16="http://schemas.microsoft.com/office/drawing/2014/main" id="{B9F27870-B409-4733-804F-0835EF95C5A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2" name="object 97">
              <a:extLst>
                <a:ext uri="{FF2B5EF4-FFF2-40B4-BE49-F238E27FC236}">
                  <a16:creationId xmlns:a16="http://schemas.microsoft.com/office/drawing/2014/main" id="{32D7CA9F-DB04-42C7-9639-12B20BFBDFE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3" name="object 98">
              <a:extLst>
                <a:ext uri="{FF2B5EF4-FFF2-40B4-BE49-F238E27FC236}">
                  <a16:creationId xmlns:a16="http://schemas.microsoft.com/office/drawing/2014/main" id="{05528DF2-24E2-455D-BEC8-17C7EE0BC459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4" name="object 99">
              <a:extLst>
                <a:ext uri="{FF2B5EF4-FFF2-40B4-BE49-F238E27FC236}">
                  <a16:creationId xmlns:a16="http://schemas.microsoft.com/office/drawing/2014/main" id="{1686638F-922F-4690-9769-F2A6353122F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5" name="object 100">
              <a:extLst>
                <a:ext uri="{FF2B5EF4-FFF2-40B4-BE49-F238E27FC236}">
                  <a16:creationId xmlns:a16="http://schemas.microsoft.com/office/drawing/2014/main" id="{5C543170-5DC2-4278-96FF-ADEC21855889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6" name="object 101">
              <a:extLst>
                <a:ext uri="{FF2B5EF4-FFF2-40B4-BE49-F238E27FC236}">
                  <a16:creationId xmlns:a16="http://schemas.microsoft.com/office/drawing/2014/main" id="{DBF79F5A-E961-4574-86B1-7DF08004CD1F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7" name="object 102">
              <a:extLst>
                <a:ext uri="{FF2B5EF4-FFF2-40B4-BE49-F238E27FC236}">
                  <a16:creationId xmlns:a16="http://schemas.microsoft.com/office/drawing/2014/main" id="{24689F3A-5BB8-4F49-A72A-F0B85CDAE1E6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8" name="object 103">
              <a:extLst>
                <a:ext uri="{FF2B5EF4-FFF2-40B4-BE49-F238E27FC236}">
                  <a16:creationId xmlns:a16="http://schemas.microsoft.com/office/drawing/2014/main" id="{4B249B21-D8B8-4081-B3EC-14952014F8FE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59" name="object 104">
              <a:extLst>
                <a:ext uri="{FF2B5EF4-FFF2-40B4-BE49-F238E27FC236}">
                  <a16:creationId xmlns:a16="http://schemas.microsoft.com/office/drawing/2014/main" id="{8417B82C-D12F-4D15-B9D6-776242C6C12D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0" name="object 105">
              <a:extLst>
                <a:ext uri="{FF2B5EF4-FFF2-40B4-BE49-F238E27FC236}">
                  <a16:creationId xmlns:a16="http://schemas.microsoft.com/office/drawing/2014/main" id="{3ADFE083-3736-4FC2-A9FB-4E39732EA273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1" name="object 106">
              <a:extLst>
                <a:ext uri="{FF2B5EF4-FFF2-40B4-BE49-F238E27FC236}">
                  <a16:creationId xmlns:a16="http://schemas.microsoft.com/office/drawing/2014/main" id="{C30FE6FD-B3B9-4879-B9EF-F4C5E81EE0C9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2" name="object 107">
              <a:extLst>
                <a:ext uri="{FF2B5EF4-FFF2-40B4-BE49-F238E27FC236}">
                  <a16:creationId xmlns:a16="http://schemas.microsoft.com/office/drawing/2014/main" id="{0E74262E-1040-4A2D-916C-4D6FF494030D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3" name="object 108">
              <a:extLst>
                <a:ext uri="{FF2B5EF4-FFF2-40B4-BE49-F238E27FC236}">
                  <a16:creationId xmlns:a16="http://schemas.microsoft.com/office/drawing/2014/main" id="{7A5E086C-ADF3-4D09-881E-F75DA3449307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4" name="object 109">
              <a:extLst>
                <a:ext uri="{FF2B5EF4-FFF2-40B4-BE49-F238E27FC236}">
                  <a16:creationId xmlns:a16="http://schemas.microsoft.com/office/drawing/2014/main" id="{86EE62DA-80CD-4750-AA81-7DB8DE07D2E3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5" name="object 110">
              <a:extLst>
                <a:ext uri="{FF2B5EF4-FFF2-40B4-BE49-F238E27FC236}">
                  <a16:creationId xmlns:a16="http://schemas.microsoft.com/office/drawing/2014/main" id="{C49397E4-C0BF-41E9-8FEA-01F0BF75C687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6" name="object 111">
              <a:extLst>
                <a:ext uri="{FF2B5EF4-FFF2-40B4-BE49-F238E27FC236}">
                  <a16:creationId xmlns:a16="http://schemas.microsoft.com/office/drawing/2014/main" id="{516C767B-5F86-48FF-B44A-BF9FEA21580F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7" name="object 112">
              <a:extLst>
                <a:ext uri="{FF2B5EF4-FFF2-40B4-BE49-F238E27FC236}">
                  <a16:creationId xmlns:a16="http://schemas.microsoft.com/office/drawing/2014/main" id="{7CEDE4DD-E44F-4768-BF2E-5150140989F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8" name="object 113">
              <a:extLst>
                <a:ext uri="{FF2B5EF4-FFF2-40B4-BE49-F238E27FC236}">
                  <a16:creationId xmlns:a16="http://schemas.microsoft.com/office/drawing/2014/main" id="{0CB7EDB6-B4B8-4705-885D-8B359B98BD30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69" name="object 114">
              <a:extLst>
                <a:ext uri="{FF2B5EF4-FFF2-40B4-BE49-F238E27FC236}">
                  <a16:creationId xmlns:a16="http://schemas.microsoft.com/office/drawing/2014/main" id="{13E2A87F-53B9-47C1-8C9B-6C1B91570A04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0" name="object 115">
              <a:extLst>
                <a:ext uri="{FF2B5EF4-FFF2-40B4-BE49-F238E27FC236}">
                  <a16:creationId xmlns:a16="http://schemas.microsoft.com/office/drawing/2014/main" id="{A623657A-F486-4624-9227-4FB7D94574B3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1" name="object 116">
              <a:extLst>
                <a:ext uri="{FF2B5EF4-FFF2-40B4-BE49-F238E27FC236}">
                  <a16:creationId xmlns:a16="http://schemas.microsoft.com/office/drawing/2014/main" id="{62FE476F-462B-4A03-9B7E-F6C6546EFB7C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2" name="object 117">
              <a:extLst>
                <a:ext uri="{FF2B5EF4-FFF2-40B4-BE49-F238E27FC236}">
                  <a16:creationId xmlns:a16="http://schemas.microsoft.com/office/drawing/2014/main" id="{91859DC4-DCFC-4FA2-A5C8-88AA2FDF4B47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3" name="object 118">
              <a:extLst>
                <a:ext uri="{FF2B5EF4-FFF2-40B4-BE49-F238E27FC236}">
                  <a16:creationId xmlns:a16="http://schemas.microsoft.com/office/drawing/2014/main" id="{5E98C740-36D8-47C8-8BFB-E4130203296F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4" name="object 119">
              <a:extLst>
                <a:ext uri="{FF2B5EF4-FFF2-40B4-BE49-F238E27FC236}">
                  <a16:creationId xmlns:a16="http://schemas.microsoft.com/office/drawing/2014/main" id="{1F65273A-D25F-4A73-9D09-264C04237DCE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5" name="object 120">
              <a:extLst>
                <a:ext uri="{FF2B5EF4-FFF2-40B4-BE49-F238E27FC236}">
                  <a16:creationId xmlns:a16="http://schemas.microsoft.com/office/drawing/2014/main" id="{52400153-CAFB-4940-8464-C91A6C980502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6" name="object 121">
              <a:extLst>
                <a:ext uri="{FF2B5EF4-FFF2-40B4-BE49-F238E27FC236}">
                  <a16:creationId xmlns:a16="http://schemas.microsoft.com/office/drawing/2014/main" id="{192267D8-6BB3-4DE8-A0A8-83C9C7E60A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7" name="object 122">
              <a:extLst>
                <a:ext uri="{FF2B5EF4-FFF2-40B4-BE49-F238E27FC236}">
                  <a16:creationId xmlns:a16="http://schemas.microsoft.com/office/drawing/2014/main" id="{E5280981-2FC4-4A34-A32C-3C4A189B239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8" name="object 123">
              <a:extLst>
                <a:ext uri="{FF2B5EF4-FFF2-40B4-BE49-F238E27FC236}">
                  <a16:creationId xmlns:a16="http://schemas.microsoft.com/office/drawing/2014/main" id="{EBBB47E5-C65A-4CE9-A413-936B4B5D25C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9" name="object 124">
              <a:extLst>
                <a:ext uri="{FF2B5EF4-FFF2-40B4-BE49-F238E27FC236}">
                  <a16:creationId xmlns:a16="http://schemas.microsoft.com/office/drawing/2014/main" id="{F3BA046B-B236-404D-B0FD-0138C47724C9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0" name="object 125">
              <a:extLst>
                <a:ext uri="{FF2B5EF4-FFF2-40B4-BE49-F238E27FC236}">
                  <a16:creationId xmlns:a16="http://schemas.microsoft.com/office/drawing/2014/main" id="{98C7A876-9574-4355-95A1-BDDF095C1618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1" name="object 126">
              <a:extLst>
                <a:ext uri="{FF2B5EF4-FFF2-40B4-BE49-F238E27FC236}">
                  <a16:creationId xmlns:a16="http://schemas.microsoft.com/office/drawing/2014/main" id="{D234130A-9A90-4E41-806C-FDF9E74883B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2" name="object 127">
              <a:extLst>
                <a:ext uri="{FF2B5EF4-FFF2-40B4-BE49-F238E27FC236}">
                  <a16:creationId xmlns:a16="http://schemas.microsoft.com/office/drawing/2014/main" id="{6CF857BF-3E64-4DAA-AB64-D0418B8F3BAC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3" name="object 128">
              <a:extLst>
                <a:ext uri="{FF2B5EF4-FFF2-40B4-BE49-F238E27FC236}">
                  <a16:creationId xmlns:a16="http://schemas.microsoft.com/office/drawing/2014/main" id="{442A5A3E-1BEB-4ECA-9968-CE8D2C91DE98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4" name="object 129">
              <a:extLst>
                <a:ext uri="{FF2B5EF4-FFF2-40B4-BE49-F238E27FC236}">
                  <a16:creationId xmlns:a16="http://schemas.microsoft.com/office/drawing/2014/main" id="{90107F6D-0E3B-49C6-A652-C3FBB4A42384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5" name="object 130">
              <a:extLst>
                <a:ext uri="{FF2B5EF4-FFF2-40B4-BE49-F238E27FC236}">
                  <a16:creationId xmlns:a16="http://schemas.microsoft.com/office/drawing/2014/main" id="{900F56F0-8A6F-44FB-8405-82CA1B65DED5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6" name="object 131">
              <a:extLst>
                <a:ext uri="{FF2B5EF4-FFF2-40B4-BE49-F238E27FC236}">
                  <a16:creationId xmlns:a16="http://schemas.microsoft.com/office/drawing/2014/main" id="{12C62FE1-916E-4EFD-9B1A-DAB123ADE64C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7" name="object 132">
              <a:extLst>
                <a:ext uri="{FF2B5EF4-FFF2-40B4-BE49-F238E27FC236}">
                  <a16:creationId xmlns:a16="http://schemas.microsoft.com/office/drawing/2014/main" id="{5363DF88-3B1C-4D3F-8F90-0215965B167F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8" name="object 133">
              <a:extLst>
                <a:ext uri="{FF2B5EF4-FFF2-40B4-BE49-F238E27FC236}">
                  <a16:creationId xmlns:a16="http://schemas.microsoft.com/office/drawing/2014/main" id="{B9842818-CA3B-4123-AB24-DA2142FBDFE2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9" name="object 134">
              <a:extLst>
                <a:ext uri="{FF2B5EF4-FFF2-40B4-BE49-F238E27FC236}">
                  <a16:creationId xmlns:a16="http://schemas.microsoft.com/office/drawing/2014/main" id="{46931542-D8C0-4856-B136-F151F7950235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0" name="object 135">
              <a:extLst>
                <a:ext uri="{FF2B5EF4-FFF2-40B4-BE49-F238E27FC236}">
                  <a16:creationId xmlns:a16="http://schemas.microsoft.com/office/drawing/2014/main" id="{08170950-5ACB-4DAD-82B0-A06A66042382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1" name="object 136">
              <a:extLst>
                <a:ext uri="{FF2B5EF4-FFF2-40B4-BE49-F238E27FC236}">
                  <a16:creationId xmlns:a16="http://schemas.microsoft.com/office/drawing/2014/main" id="{C26A5F12-1E6B-4D6B-9302-46CD1A089717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2" name="object 137">
              <a:extLst>
                <a:ext uri="{FF2B5EF4-FFF2-40B4-BE49-F238E27FC236}">
                  <a16:creationId xmlns:a16="http://schemas.microsoft.com/office/drawing/2014/main" id="{26AC374B-B6C2-4E19-8F64-7148C1E615C8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3" name="object 138">
              <a:extLst>
                <a:ext uri="{FF2B5EF4-FFF2-40B4-BE49-F238E27FC236}">
                  <a16:creationId xmlns:a16="http://schemas.microsoft.com/office/drawing/2014/main" id="{430A5A94-F53C-446B-8815-480A4E29C7CE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4" name="object 139">
              <a:extLst>
                <a:ext uri="{FF2B5EF4-FFF2-40B4-BE49-F238E27FC236}">
                  <a16:creationId xmlns:a16="http://schemas.microsoft.com/office/drawing/2014/main" id="{E163CDBB-15E6-459D-8561-9D999163C628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5" name="object 140">
              <a:extLst>
                <a:ext uri="{FF2B5EF4-FFF2-40B4-BE49-F238E27FC236}">
                  <a16:creationId xmlns:a16="http://schemas.microsoft.com/office/drawing/2014/main" id="{FFC694C9-A017-40C9-B6AF-60DD868E20C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6" name="object 141">
              <a:extLst>
                <a:ext uri="{FF2B5EF4-FFF2-40B4-BE49-F238E27FC236}">
                  <a16:creationId xmlns:a16="http://schemas.microsoft.com/office/drawing/2014/main" id="{7A66DC09-E0C4-4D8A-AA57-37BC4F797644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7" name="object 142">
              <a:extLst>
                <a:ext uri="{FF2B5EF4-FFF2-40B4-BE49-F238E27FC236}">
                  <a16:creationId xmlns:a16="http://schemas.microsoft.com/office/drawing/2014/main" id="{B02BC211-7E2C-4DA4-8183-FC69C9568424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8" name="object 143">
              <a:extLst>
                <a:ext uri="{FF2B5EF4-FFF2-40B4-BE49-F238E27FC236}">
                  <a16:creationId xmlns:a16="http://schemas.microsoft.com/office/drawing/2014/main" id="{2B6A58BB-28FD-4EAE-9EEE-437C5DD463E1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9" name="object 144">
              <a:extLst>
                <a:ext uri="{FF2B5EF4-FFF2-40B4-BE49-F238E27FC236}">
                  <a16:creationId xmlns:a16="http://schemas.microsoft.com/office/drawing/2014/main" id="{733F1B52-7E3B-4C65-A04C-924C6DD0D18A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  <p:sp>
        <p:nvSpPr>
          <p:cNvPr id="300" name="object 9">
            <a:extLst>
              <a:ext uri="{FF2B5EF4-FFF2-40B4-BE49-F238E27FC236}">
                <a16:creationId xmlns:a16="http://schemas.microsoft.com/office/drawing/2014/main" id="{B6588A17-398E-4217-A3E3-340C99313FB2}"/>
              </a:ext>
            </a:extLst>
          </p:cNvPr>
          <p:cNvSpPr/>
          <p:nvPr userDrawn="1"/>
        </p:nvSpPr>
        <p:spPr>
          <a:xfrm>
            <a:off x="1" y="478146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 dirty="0"/>
          </a:p>
        </p:txBody>
      </p:sp>
      <p:sp>
        <p:nvSpPr>
          <p:cNvPr id="301" name="Text Placeholder 9">
            <a:extLst>
              <a:ext uri="{FF2B5EF4-FFF2-40B4-BE49-F238E27FC236}">
                <a16:creationId xmlns:a16="http://schemas.microsoft.com/office/drawing/2014/main" id="{CD827380-06F0-492D-B363-36043BC839C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56137" y="2157904"/>
            <a:ext cx="3751804" cy="1061829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b="1" cap="all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2" name="Text Placeholder 15">
            <a:extLst>
              <a:ext uri="{FF2B5EF4-FFF2-40B4-BE49-F238E27FC236}">
                <a16:creationId xmlns:a16="http://schemas.microsoft.com/office/drawing/2014/main" id="{AFE83D49-BD7A-4D42-BE23-D9C762DADBB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56137" y="3145626"/>
            <a:ext cx="3751804" cy="546047"/>
          </a:xfrm>
        </p:spPr>
        <p:txBody>
          <a:bodyPr wrap="square">
            <a:spAutoFit/>
          </a:bodyPr>
          <a:lstStyle>
            <a:lvl1pPr marL="0" indent="0">
              <a:buNone/>
              <a:defRPr sz="1638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60DA6A-DCEB-4913-BE48-796A9A0B844B}"/>
              </a:ext>
            </a:extLst>
          </p:cNvPr>
          <p:cNvCxnSpPr>
            <a:cxnSpLocks/>
          </p:cNvCxnSpPr>
          <p:nvPr userDrawn="1"/>
        </p:nvCxnSpPr>
        <p:spPr>
          <a:xfrm>
            <a:off x="362850" y="3895859"/>
            <a:ext cx="90207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ext Placeholder 37">
            <a:extLst>
              <a:ext uri="{FF2B5EF4-FFF2-40B4-BE49-F238E27FC236}">
                <a16:creationId xmlns:a16="http://schemas.microsoft.com/office/drawing/2014/main" id="{AF7B28B0-575B-4F92-BC55-7F5A112BD66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256135" y="4239276"/>
            <a:ext cx="3748183" cy="238142"/>
          </a:xfrm>
        </p:spPr>
        <p:txBody>
          <a:bodyPr>
            <a:spAutoFit/>
          </a:bodyPr>
          <a:lstStyle>
            <a:lvl1pPr marL="0" indent="0">
              <a:buNone/>
              <a:defRPr sz="1053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143" name="Image 142">
            <a:extLst>
              <a:ext uri="{FF2B5EF4-FFF2-40B4-BE49-F238E27FC236}">
                <a16:creationId xmlns:a16="http://schemas.microsoft.com/office/drawing/2014/main" id="{076EF452-1ADE-4874-A885-172B7C9AC2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023" y="257979"/>
            <a:ext cx="1781371" cy="883168"/>
          </a:xfrm>
          <a:prstGeom prst="rect">
            <a:avLst/>
          </a:prstGeom>
        </p:spPr>
      </p:pic>
      <p:pic>
        <p:nvPicPr>
          <p:cNvPr id="144" name="Image 143">
            <a:extLst>
              <a:ext uri="{FF2B5EF4-FFF2-40B4-BE49-F238E27FC236}">
                <a16:creationId xmlns:a16="http://schemas.microsoft.com/office/drawing/2014/main" id="{D25BAB4C-F2B3-4116-B39E-9E7DA1B19E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01" y="6128774"/>
            <a:ext cx="779030" cy="405893"/>
          </a:xfrm>
          <a:prstGeom prst="rect">
            <a:avLst/>
          </a:prstGeom>
        </p:spPr>
      </p:pic>
      <p:pic>
        <p:nvPicPr>
          <p:cNvPr id="145" name="Image 144">
            <a:extLst>
              <a:ext uri="{FF2B5EF4-FFF2-40B4-BE49-F238E27FC236}">
                <a16:creationId xmlns:a16="http://schemas.microsoft.com/office/drawing/2014/main" id="{2D08039A-61B8-4F89-9C44-4EE7CE8C73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02926" y="6272880"/>
            <a:ext cx="642421" cy="231210"/>
          </a:xfrm>
          <a:prstGeom prst="rect">
            <a:avLst/>
          </a:prstGeom>
        </p:spPr>
      </p:pic>
      <p:pic>
        <p:nvPicPr>
          <p:cNvPr id="146" name="Image 145">
            <a:extLst>
              <a:ext uri="{FF2B5EF4-FFF2-40B4-BE49-F238E27FC236}">
                <a16:creationId xmlns:a16="http://schemas.microsoft.com/office/drawing/2014/main" id="{3D8D1916-B89A-4FC1-9E82-5A967A12D85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45671" y="6295054"/>
            <a:ext cx="697821" cy="174149"/>
          </a:xfrm>
          <a:prstGeom prst="rect">
            <a:avLst/>
          </a:prstGeom>
        </p:spPr>
      </p:pic>
      <p:pic>
        <p:nvPicPr>
          <p:cNvPr id="147" name="Image 146">
            <a:extLst>
              <a:ext uri="{FF2B5EF4-FFF2-40B4-BE49-F238E27FC236}">
                <a16:creationId xmlns:a16="http://schemas.microsoft.com/office/drawing/2014/main" id="{013898CA-A885-42DD-B5D1-BF47724FBDA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8023" y="6121224"/>
            <a:ext cx="461500" cy="461500"/>
          </a:xfrm>
          <a:prstGeom prst="rect">
            <a:avLst/>
          </a:prstGeom>
        </p:spPr>
      </p:pic>
      <p:pic>
        <p:nvPicPr>
          <p:cNvPr id="148" name="Image 147">
            <a:extLst>
              <a:ext uri="{FF2B5EF4-FFF2-40B4-BE49-F238E27FC236}">
                <a16:creationId xmlns:a16="http://schemas.microsoft.com/office/drawing/2014/main" id="{3E443475-A718-4D2B-9B85-F37B02572C1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25997" y="6266097"/>
            <a:ext cx="642421" cy="2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4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1C6745-D084-4ED1-830E-D45E7D0D8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  <a:solidFill>
            <a:schemeClr val="bg1"/>
          </a:solidFill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500" y="1066932"/>
            <a:ext cx="7164077" cy="434478"/>
          </a:xfrm>
        </p:spPr>
        <p:txBody>
          <a:bodyPr wrap="square">
            <a:spAutoFit/>
          </a:bodyPr>
          <a:lstStyle>
            <a:lvl1pPr marL="0" indent="0">
              <a:buNone/>
              <a:defRPr sz="1050"/>
            </a:lvl1pPr>
            <a:lvl2pPr marL="0" indent="-107997">
              <a:defRPr sz="105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133089" y="5664188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00A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8C8D51-53D9-4678-A88B-69372822CB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5168" y="8314"/>
            <a:ext cx="2076845" cy="21140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AAD1D66-35CF-44FF-841E-3F18F180D6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551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1C6745-D084-4ED1-830E-D45E7D0D8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616601" cy="310341"/>
          </a:xfrm>
          <a:solidFill>
            <a:schemeClr val="bg1"/>
          </a:solidFill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ED5D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9" y="1066932"/>
            <a:ext cx="6749123" cy="434478"/>
          </a:xfrm>
        </p:spPr>
        <p:txBody>
          <a:bodyPr wrap="square">
            <a:spAutoFit/>
          </a:bodyPr>
          <a:lstStyle>
            <a:lvl1pPr marL="0" indent="0">
              <a:buNone/>
              <a:defRPr sz="1050"/>
            </a:lvl1pPr>
            <a:lvl2pPr marL="0" indent="-107997">
              <a:defRPr sz="105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133089" y="5664188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EB5D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94893D3-6BEE-4115-B65D-C963F6CDA1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22" y="19815"/>
            <a:ext cx="2057380" cy="2094228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9DD301-FFB7-44A7-983B-C94F02ACE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1BA89B7-D024-466F-A6F8-04D06DA86E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34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1C6745-D084-4ED1-830E-D45E7D0D8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0" y="493172"/>
            <a:ext cx="6749123" cy="310341"/>
          </a:xfrm>
          <a:solidFill>
            <a:schemeClr val="bg1"/>
          </a:solidFill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7221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7" y="1066932"/>
            <a:ext cx="6861219" cy="448328"/>
          </a:xfrm>
        </p:spPr>
        <p:txBody>
          <a:bodyPr wrap="square">
            <a:spAutoFit/>
          </a:bodyPr>
          <a:lstStyle>
            <a:lvl1pPr marL="0" indent="0">
              <a:buNone/>
              <a:defRPr sz="1100"/>
            </a:lvl1pPr>
            <a:lvl2pPr marL="0" indent="-107997">
              <a:defRPr sz="11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133089" y="5664188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72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90EEC0-F90A-4BB8-B279-B90609A82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23" y="19815"/>
            <a:ext cx="2057379" cy="2094228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4AA5AC0-F05E-4694-B7CA-8BF030E47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ECC23B7-E915-4847-B618-8EFB7E6B17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00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81C6745-D084-4ED1-830E-D45E7D0D81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499" y="493172"/>
            <a:ext cx="6749123" cy="310341"/>
          </a:xfrm>
          <a:solidFill>
            <a:schemeClr val="bg1"/>
          </a:solidFill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FBD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501" y="1066932"/>
            <a:ext cx="6749121" cy="448328"/>
          </a:xfrm>
        </p:spPr>
        <p:txBody>
          <a:bodyPr wrap="square">
            <a:spAutoFit/>
          </a:bodyPr>
          <a:lstStyle>
            <a:lvl1pPr marL="0" indent="0">
              <a:buNone/>
              <a:defRPr sz="1100"/>
            </a:lvl1pPr>
            <a:lvl2pPr marL="0" indent="-107997">
              <a:defRPr sz="110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 rot="5400000">
            <a:off x="133089" y="5664188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rgbClr val="FBD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1BD678F-A6F5-4047-B0BC-989C8AB38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22" y="19817"/>
            <a:ext cx="2057380" cy="208808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C4C016-A9AA-49E8-B4FC-2355E026B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B5CB25B-31C0-420C-9762-A15E27C1EC2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4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998E2F9-5DEB-441B-B197-8F8473FDEBCF}"/>
              </a:ext>
            </a:extLst>
          </p:cNvPr>
          <p:cNvSpPr/>
          <p:nvPr userDrawn="1"/>
        </p:nvSpPr>
        <p:spPr>
          <a:xfrm>
            <a:off x="0" y="0"/>
            <a:ext cx="3138352" cy="6858000"/>
          </a:xfrm>
          <a:prstGeom prst="rect">
            <a:avLst/>
          </a:prstGeom>
          <a:solidFill>
            <a:srgbClr val="009C99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4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12CE4A4-DC1B-4FC7-9550-72B10F2A52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4759" y="380983"/>
            <a:ext cx="2651871" cy="161344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360432FA-A1FA-47F2-9960-785887A64A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59" y="2349523"/>
            <a:ext cx="2651871" cy="161344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ABE057A-B805-4E90-9E7E-E09101AD4C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54759" y="4318064"/>
            <a:ext cx="2651871" cy="1613445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0800000">
            <a:off x="1" y="5257607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rgbClr val="7221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6F2B23B-F51E-49AA-956E-D8743F9631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66" y="1072268"/>
            <a:ext cx="2421577" cy="746358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DB78F4CC-3C30-4C71-8F7E-814F212A93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66" y="1991734"/>
            <a:ext cx="2421577" cy="374461"/>
          </a:xfrm>
        </p:spPr>
        <p:txBody>
          <a:bodyPr wrap="square">
            <a:spAutoFit/>
          </a:bodyPr>
          <a:lstStyle>
            <a:lvl1pPr marL="0" indent="0">
              <a:lnSpc>
                <a:spcPts val="1134"/>
              </a:lnSpc>
              <a:buNone/>
              <a:defRPr sz="972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6504D1-10DF-4DDB-B106-002D66689993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7221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D8502D7-986C-4795-8ED9-05967D0E4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19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ntroduction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93E8E7-6850-41DE-A74A-F056AA8F48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592" y="2003662"/>
            <a:ext cx="3741365" cy="528350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04FF4EB-34C8-4B33-8B54-30E132FE97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592" y="2637448"/>
            <a:ext cx="3741365" cy="374461"/>
          </a:xfrm>
        </p:spPr>
        <p:txBody>
          <a:bodyPr wrap="square">
            <a:spAutoFit/>
          </a:bodyPr>
          <a:lstStyle>
            <a:lvl1pPr marL="0" indent="0">
              <a:lnSpc>
                <a:spcPts val="1134"/>
              </a:lnSpc>
              <a:buNone/>
              <a:defRPr sz="972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3A31740-3324-490C-A887-2899A5AC4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74785" y="287253"/>
            <a:ext cx="3644417" cy="5559624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lang="en-US" sz="108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8FBBCED-D569-4465-A3E0-7830ADE714A5}"/>
              </a:ext>
            </a:extLst>
          </p:cNvPr>
          <p:cNvSpPr/>
          <p:nvPr userDrawn="1"/>
        </p:nvSpPr>
        <p:spPr>
          <a:xfrm>
            <a:off x="4503874" y="31020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88A64F3-645A-4AD6-9B82-C1FA448A08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0593" y="235327"/>
            <a:ext cx="3498627" cy="225190"/>
          </a:xfrm>
        </p:spPr>
        <p:txBody>
          <a:bodyPr wrap="square" lIns="0">
            <a:spAutoFit/>
          </a:bodyPr>
          <a:lstStyle>
            <a:lvl1pPr marL="2286" marR="914" indent="0" algn="l" defTabSz="82228" rtl="0" eaLnBrk="1" latinLnBrk="0" hangingPunct="1">
              <a:lnSpc>
                <a:spcPts val="1116"/>
              </a:lnSpc>
              <a:spcBef>
                <a:spcPts val="18"/>
              </a:spcBef>
              <a:buNone/>
              <a:defRPr lang="en-US" sz="900" kern="1200" dirty="0" smtClean="0">
                <a:solidFill>
                  <a:schemeClr val="tx1"/>
                </a:solidFill>
                <a:latin typeface="Times" panose="02020603050405020304" pitchFamily="18" charset="0"/>
                <a:ea typeface="+mn-ea"/>
                <a:cs typeface="Times" panose="02020603050405020304" pitchFamily="18" charset="0"/>
              </a:defRPr>
            </a:lvl1pPr>
            <a:lvl2pPr marL="342878" indent="0">
              <a:buNone/>
              <a:defRPr/>
            </a:lvl2pPr>
          </a:lstStyle>
          <a:p>
            <a:pPr lvl="0"/>
            <a:r>
              <a:rPr lang="fr-FR" dirty="0"/>
              <a:t>INTRODUCTION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B56546-3DB7-4930-ACB1-278A8025E80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318B756-AF91-4787-A678-53944781A7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0592" y="3226927"/>
            <a:ext cx="3741365" cy="343043"/>
          </a:xfrm>
        </p:spPr>
        <p:txBody>
          <a:bodyPr>
            <a:spAutoFit/>
          </a:bodyPr>
          <a:lstStyle>
            <a:lvl1pPr marL="0" indent="0">
              <a:buNone/>
              <a:defRPr sz="720"/>
            </a:lvl1pPr>
            <a:lvl2pPr marL="0" indent="-107997">
              <a:defRPr sz="72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BFBDDDD-A8FE-47C8-A0E7-12E0CD18C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6A07848-7404-4A09-B858-34BBD6055C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7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8" y="-231988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9" y="929150"/>
            <a:ext cx="8489196" cy="343043"/>
          </a:xfrm>
        </p:spPr>
        <p:txBody>
          <a:bodyPr wrap="square">
            <a:spAutoFit/>
          </a:bodyPr>
          <a:lstStyle>
            <a:lvl1pPr marL="0" indent="0">
              <a:buNone/>
              <a:defRPr sz="720"/>
            </a:lvl1pPr>
            <a:lvl2pPr marL="0" indent="-107997">
              <a:defRPr sz="72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1" y="146921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24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2" y="5520073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0A028FD-0E1B-458E-812B-6E7C9086A0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0" y="493172"/>
            <a:ext cx="7181549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3E59DB7-19F2-4138-817C-7218E090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2105D6F-2894-4E93-BCD8-B6959A540A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59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rgbClr val="00AB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9" y="949992"/>
            <a:ext cx="8489196" cy="343043"/>
          </a:xfrm>
        </p:spPr>
        <p:txBody>
          <a:bodyPr wrap="square">
            <a:spAutoFit/>
          </a:bodyPr>
          <a:lstStyle>
            <a:lvl1pPr marL="0" indent="0">
              <a:buNone/>
              <a:defRPr sz="720"/>
            </a:lvl1pPr>
            <a:lvl2pPr marL="0" indent="-107997">
              <a:defRPr sz="72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197916C-570E-4CAE-9929-2316C6CD8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5611089" y="2341333"/>
            <a:ext cx="3781779" cy="384951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F242AEB-66E5-4C18-80F8-A920E6007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7499" y="493173"/>
            <a:ext cx="8489196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3A7C692-5AA8-4414-AB31-B6A28EFD7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70CCA7A-BC24-427E-A249-A2B65E6B3C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801" y="6314322"/>
            <a:ext cx="897640" cy="34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35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8" y="-231988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324" dirty="0"/>
              <a:t>  </a:t>
            </a:r>
            <a:endParaRPr lang="en-US" sz="324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10" y="6306042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3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2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324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C119EC-EEE9-4156-BEF6-AA1E3C6B4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070115" y="3116956"/>
            <a:ext cx="3250096" cy="2897676"/>
          </a:xfrm>
          <a:prstGeom prst="rect">
            <a:avLst/>
          </a:prstGeom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A181DB1-3D99-4D77-A534-98FD7F71DF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7499" y="493173"/>
            <a:ext cx="8489196" cy="310341"/>
          </a:xfrm>
          <a:noFill/>
        </p:spPr>
        <p:txBody>
          <a:bodyPr wrap="square" anchor="b" anchorCtr="0">
            <a:spAutoFit/>
          </a:bodyPr>
          <a:lstStyle>
            <a:lvl1pPr marL="0" indent="0">
              <a:lnSpc>
                <a:spcPts val="1674"/>
              </a:lnSpc>
              <a:buNone/>
              <a:defRPr sz="1422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17D1AAA-3758-498E-9B38-6E4D8881D4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9" y="1232564"/>
            <a:ext cx="8489196" cy="343043"/>
          </a:xfrm>
        </p:spPr>
        <p:txBody>
          <a:bodyPr wrap="square">
            <a:spAutoFit/>
          </a:bodyPr>
          <a:lstStyle>
            <a:lvl1pPr marL="0" indent="0">
              <a:buNone/>
              <a:defRPr sz="720"/>
            </a:lvl1pPr>
            <a:lvl2pPr marL="0" indent="-107997">
              <a:defRPr sz="72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grpSp>
        <p:nvGrpSpPr>
          <p:cNvPr id="14" name="Groupe 156">
            <a:extLst>
              <a:ext uri="{FF2B5EF4-FFF2-40B4-BE49-F238E27FC236}">
                <a16:creationId xmlns:a16="http://schemas.microsoft.com/office/drawing/2014/main" id="{09C152B0-7B14-4FA9-81F2-6B3C1510C2FA}"/>
              </a:ext>
            </a:extLst>
          </p:cNvPr>
          <p:cNvGrpSpPr/>
          <p:nvPr userDrawn="1"/>
        </p:nvGrpSpPr>
        <p:grpSpPr>
          <a:xfrm rot="16200000">
            <a:off x="-200867" y="5090332"/>
            <a:ext cx="899813" cy="498075"/>
            <a:chOff x="3230833" y="6645"/>
            <a:chExt cx="902409" cy="499560"/>
          </a:xfrm>
        </p:grpSpPr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545F1CEB-C1E1-460E-952D-D9F40530EAD9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6" name="object 24">
              <a:extLst>
                <a:ext uri="{FF2B5EF4-FFF2-40B4-BE49-F238E27FC236}">
                  <a16:creationId xmlns:a16="http://schemas.microsoft.com/office/drawing/2014/main" id="{988AA709-5281-406A-8D8E-C29D46512673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7" name="object 25">
              <a:extLst>
                <a:ext uri="{FF2B5EF4-FFF2-40B4-BE49-F238E27FC236}">
                  <a16:creationId xmlns:a16="http://schemas.microsoft.com/office/drawing/2014/main" id="{CFC72AEF-4E23-4EB2-B404-2B7FF6292570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8" name="object 26">
              <a:extLst>
                <a:ext uri="{FF2B5EF4-FFF2-40B4-BE49-F238E27FC236}">
                  <a16:creationId xmlns:a16="http://schemas.microsoft.com/office/drawing/2014/main" id="{0BFF7F20-EC01-4E1A-BE0B-C398B8951F66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5918D399-A461-4B17-9FD1-F8133B669CAC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1" name="object 28">
              <a:extLst>
                <a:ext uri="{FF2B5EF4-FFF2-40B4-BE49-F238E27FC236}">
                  <a16:creationId xmlns:a16="http://schemas.microsoft.com/office/drawing/2014/main" id="{3E5A5C7B-B409-4C66-8035-E486CEABCBD4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5473999C-BB70-4A4C-8AFE-3FBA9BA55317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7" name="object 30">
              <a:extLst>
                <a:ext uri="{FF2B5EF4-FFF2-40B4-BE49-F238E27FC236}">
                  <a16:creationId xmlns:a16="http://schemas.microsoft.com/office/drawing/2014/main" id="{FD8DA6FE-2BF5-477C-BA06-F40B2D2E2CC9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8" name="object 31">
              <a:extLst>
                <a:ext uri="{FF2B5EF4-FFF2-40B4-BE49-F238E27FC236}">
                  <a16:creationId xmlns:a16="http://schemas.microsoft.com/office/drawing/2014/main" id="{DA371106-1FFD-4972-BA86-FF43CEA28E82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29" name="object 32">
              <a:extLst>
                <a:ext uri="{FF2B5EF4-FFF2-40B4-BE49-F238E27FC236}">
                  <a16:creationId xmlns:a16="http://schemas.microsoft.com/office/drawing/2014/main" id="{CD428232-CC88-4441-88B0-22DC8A345813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0" name="object 33">
              <a:extLst>
                <a:ext uri="{FF2B5EF4-FFF2-40B4-BE49-F238E27FC236}">
                  <a16:creationId xmlns:a16="http://schemas.microsoft.com/office/drawing/2014/main" id="{01957A87-08D1-454C-9BED-7D127B9B6E06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2" name="object 34">
              <a:extLst>
                <a:ext uri="{FF2B5EF4-FFF2-40B4-BE49-F238E27FC236}">
                  <a16:creationId xmlns:a16="http://schemas.microsoft.com/office/drawing/2014/main" id="{F7EAA056-0E59-4904-94C8-4E72544DDA32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3" name="object 35">
              <a:extLst>
                <a:ext uri="{FF2B5EF4-FFF2-40B4-BE49-F238E27FC236}">
                  <a16:creationId xmlns:a16="http://schemas.microsoft.com/office/drawing/2014/main" id="{1C14294E-2EEB-4148-A5A5-1ECA6ABFECB4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4" name="object 36">
              <a:extLst>
                <a:ext uri="{FF2B5EF4-FFF2-40B4-BE49-F238E27FC236}">
                  <a16:creationId xmlns:a16="http://schemas.microsoft.com/office/drawing/2014/main" id="{B0EFF8CD-E370-4FB7-99FE-CD609DAF9086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5" name="object 37">
              <a:extLst>
                <a:ext uri="{FF2B5EF4-FFF2-40B4-BE49-F238E27FC236}">
                  <a16:creationId xmlns:a16="http://schemas.microsoft.com/office/drawing/2014/main" id="{6C7185E4-1342-4E79-A067-748CE40102BD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6" name="object 38">
              <a:extLst>
                <a:ext uri="{FF2B5EF4-FFF2-40B4-BE49-F238E27FC236}">
                  <a16:creationId xmlns:a16="http://schemas.microsoft.com/office/drawing/2014/main" id="{04BBF8D5-BA01-4D6E-BFD8-97E8A8DE2E04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7" name="object 39">
              <a:extLst>
                <a:ext uri="{FF2B5EF4-FFF2-40B4-BE49-F238E27FC236}">
                  <a16:creationId xmlns:a16="http://schemas.microsoft.com/office/drawing/2014/main" id="{DADCC5B8-BD21-46C0-B488-3566C46A8D93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8" name="object 40">
              <a:extLst>
                <a:ext uri="{FF2B5EF4-FFF2-40B4-BE49-F238E27FC236}">
                  <a16:creationId xmlns:a16="http://schemas.microsoft.com/office/drawing/2014/main" id="{C3ACCA9D-FE0D-4F92-A2A2-4D030772F75B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39" name="object 41">
              <a:extLst>
                <a:ext uri="{FF2B5EF4-FFF2-40B4-BE49-F238E27FC236}">
                  <a16:creationId xmlns:a16="http://schemas.microsoft.com/office/drawing/2014/main" id="{1B22648B-6A42-4949-B373-1B43567BC8A1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7D6F0AB2-0F2F-48FE-9B69-8CB5E571A1AF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1" name="object 43">
              <a:extLst>
                <a:ext uri="{FF2B5EF4-FFF2-40B4-BE49-F238E27FC236}">
                  <a16:creationId xmlns:a16="http://schemas.microsoft.com/office/drawing/2014/main" id="{D24D43F4-872C-4D03-A0BA-5E9DB0AB7CA6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2" name="object 44">
              <a:extLst>
                <a:ext uri="{FF2B5EF4-FFF2-40B4-BE49-F238E27FC236}">
                  <a16:creationId xmlns:a16="http://schemas.microsoft.com/office/drawing/2014/main" id="{E1EC918D-41C0-41EE-BFAC-9F3FD4F6E6A4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3" name="object 45">
              <a:extLst>
                <a:ext uri="{FF2B5EF4-FFF2-40B4-BE49-F238E27FC236}">
                  <a16:creationId xmlns:a16="http://schemas.microsoft.com/office/drawing/2014/main" id="{0E2B2519-840E-4240-A6CA-25871131A2A9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4" name="object 46">
              <a:extLst>
                <a:ext uri="{FF2B5EF4-FFF2-40B4-BE49-F238E27FC236}">
                  <a16:creationId xmlns:a16="http://schemas.microsoft.com/office/drawing/2014/main" id="{0C444211-365D-4C28-B15F-010FCEEA7F98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5" name="object 47">
              <a:extLst>
                <a:ext uri="{FF2B5EF4-FFF2-40B4-BE49-F238E27FC236}">
                  <a16:creationId xmlns:a16="http://schemas.microsoft.com/office/drawing/2014/main" id="{1A42C1A2-ECDF-463F-914E-AD54C3A37417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6" name="object 48">
              <a:extLst>
                <a:ext uri="{FF2B5EF4-FFF2-40B4-BE49-F238E27FC236}">
                  <a16:creationId xmlns:a16="http://schemas.microsoft.com/office/drawing/2014/main" id="{18F21ECE-3685-4C69-AE91-A526A14769EF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7" name="object 49">
              <a:extLst>
                <a:ext uri="{FF2B5EF4-FFF2-40B4-BE49-F238E27FC236}">
                  <a16:creationId xmlns:a16="http://schemas.microsoft.com/office/drawing/2014/main" id="{138D4B13-85F7-41D4-AAD3-082EE78C36B3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8" name="object 50">
              <a:extLst>
                <a:ext uri="{FF2B5EF4-FFF2-40B4-BE49-F238E27FC236}">
                  <a16:creationId xmlns:a16="http://schemas.microsoft.com/office/drawing/2014/main" id="{1C3401A8-80C4-4320-8DCD-3CCBEC69231B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49" name="object 51">
              <a:extLst>
                <a:ext uri="{FF2B5EF4-FFF2-40B4-BE49-F238E27FC236}">
                  <a16:creationId xmlns:a16="http://schemas.microsoft.com/office/drawing/2014/main" id="{FEA0D3DD-502F-41F7-B4B0-A068B54A1341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0" name="object 52">
              <a:extLst>
                <a:ext uri="{FF2B5EF4-FFF2-40B4-BE49-F238E27FC236}">
                  <a16:creationId xmlns:a16="http://schemas.microsoft.com/office/drawing/2014/main" id="{8A184818-F1BB-4BE1-9D1E-7B6F713DF76C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1" name="object 53">
              <a:extLst>
                <a:ext uri="{FF2B5EF4-FFF2-40B4-BE49-F238E27FC236}">
                  <a16:creationId xmlns:a16="http://schemas.microsoft.com/office/drawing/2014/main" id="{E0AA3085-5FD8-4D04-8AF9-E028AB424DA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2" name="object 54">
              <a:extLst>
                <a:ext uri="{FF2B5EF4-FFF2-40B4-BE49-F238E27FC236}">
                  <a16:creationId xmlns:a16="http://schemas.microsoft.com/office/drawing/2014/main" id="{36F58D49-5BE9-4C9A-ADA8-CB6912FB82C7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3" name="object 55">
              <a:extLst>
                <a:ext uri="{FF2B5EF4-FFF2-40B4-BE49-F238E27FC236}">
                  <a16:creationId xmlns:a16="http://schemas.microsoft.com/office/drawing/2014/main" id="{10FCC51D-3441-4914-BFEF-1453D61FB3FF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4" name="object 56">
              <a:extLst>
                <a:ext uri="{FF2B5EF4-FFF2-40B4-BE49-F238E27FC236}">
                  <a16:creationId xmlns:a16="http://schemas.microsoft.com/office/drawing/2014/main" id="{DCD2350A-A12C-4954-A04E-720C62D9307D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5" name="object 57">
              <a:extLst>
                <a:ext uri="{FF2B5EF4-FFF2-40B4-BE49-F238E27FC236}">
                  <a16:creationId xmlns:a16="http://schemas.microsoft.com/office/drawing/2014/main" id="{A2E2188E-B10C-4FEA-B1B4-E55302F3EF8D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6" name="object 58">
              <a:extLst>
                <a:ext uri="{FF2B5EF4-FFF2-40B4-BE49-F238E27FC236}">
                  <a16:creationId xmlns:a16="http://schemas.microsoft.com/office/drawing/2014/main" id="{1EBB6DB4-D9D6-42C8-8006-C30EF3A7AE2C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7" name="object 59">
              <a:extLst>
                <a:ext uri="{FF2B5EF4-FFF2-40B4-BE49-F238E27FC236}">
                  <a16:creationId xmlns:a16="http://schemas.microsoft.com/office/drawing/2014/main" id="{4BE72FD5-2F71-44C0-B05C-5A87AAC47021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8" name="object 60">
              <a:extLst>
                <a:ext uri="{FF2B5EF4-FFF2-40B4-BE49-F238E27FC236}">
                  <a16:creationId xmlns:a16="http://schemas.microsoft.com/office/drawing/2014/main" id="{7D2FD35F-AB58-4742-994E-2874D1FDAB02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59" name="object 61">
              <a:extLst>
                <a:ext uri="{FF2B5EF4-FFF2-40B4-BE49-F238E27FC236}">
                  <a16:creationId xmlns:a16="http://schemas.microsoft.com/office/drawing/2014/main" id="{FA0DC785-9E9D-4C83-B40F-A9050B326E95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0" name="object 62">
              <a:extLst>
                <a:ext uri="{FF2B5EF4-FFF2-40B4-BE49-F238E27FC236}">
                  <a16:creationId xmlns:a16="http://schemas.microsoft.com/office/drawing/2014/main" id="{2B2777D0-BA4E-4D56-9B2C-CDC2B839DA95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1" name="object 63">
              <a:extLst>
                <a:ext uri="{FF2B5EF4-FFF2-40B4-BE49-F238E27FC236}">
                  <a16:creationId xmlns:a16="http://schemas.microsoft.com/office/drawing/2014/main" id="{CED04687-9F1C-4A99-991C-FB3D42A1443F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2" name="object 64">
              <a:extLst>
                <a:ext uri="{FF2B5EF4-FFF2-40B4-BE49-F238E27FC236}">
                  <a16:creationId xmlns:a16="http://schemas.microsoft.com/office/drawing/2014/main" id="{1C2E0E8E-FB1D-4AD1-AB24-22A801A2338E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3" name="object 65">
              <a:extLst>
                <a:ext uri="{FF2B5EF4-FFF2-40B4-BE49-F238E27FC236}">
                  <a16:creationId xmlns:a16="http://schemas.microsoft.com/office/drawing/2014/main" id="{0BECF6B8-A058-4EC3-8450-93CEBEF5A175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4" name="object 66">
              <a:extLst>
                <a:ext uri="{FF2B5EF4-FFF2-40B4-BE49-F238E27FC236}">
                  <a16:creationId xmlns:a16="http://schemas.microsoft.com/office/drawing/2014/main" id="{CBA33DFA-FEF0-424D-A635-AF4C2A3F3E53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5" name="object 67">
              <a:extLst>
                <a:ext uri="{FF2B5EF4-FFF2-40B4-BE49-F238E27FC236}">
                  <a16:creationId xmlns:a16="http://schemas.microsoft.com/office/drawing/2014/main" id="{05B41054-B603-4290-AA3C-08EBAA8A629D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6" name="object 68">
              <a:extLst>
                <a:ext uri="{FF2B5EF4-FFF2-40B4-BE49-F238E27FC236}">
                  <a16:creationId xmlns:a16="http://schemas.microsoft.com/office/drawing/2014/main" id="{F82064FA-B042-4BD5-A348-4051DCD1D03C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7" name="object 69">
              <a:extLst>
                <a:ext uri="{FF2B5EF4-FFF2-40B4-BE49-F238E27FC236}">
                  <a16:creationId xmlns:a16="http://schemas.microsoft.com/office/drawing/2014/main" id="{D18EC0D5-553A-4AFE-84F6-C998D24CAA05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8" name="object 70">
              <a:extLst>
                <a:ext uri="{FF2B5EF4-FFF2-40B4-BE49-F238E27FC236}">
                  <a16:creationId xmlns:a16="http://schemas.microsoft.com/office/drawing/2014/main" id="{CD172667-541E-4FE1-BAC3-9248C9A9A030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69" name="object 71">
              <a:extLst>
                <a:ext uri="{FF2B5EF4-FFF2-40B4-BE49-F238E27FC236}">
                  <a16:creationId xmlns:a16="http://schemas.microsoft.com/office/drawing/2014/main" id="{8D7B2D85-1B2D-4A66-9A22-C0D87B890522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0" name="object 72">
              <a:extLst>
                <a:ext uri="{FF2B5EF4-FFF2-40B4-BE49-F238E27FC236}">
                  <a16:creationId xmlns:a16="http://schemas.microsoft.com/office/drawing/2014/main" id="{ED7A0035-BA18-4246-9272-42852E417608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1" name="object 73">
              <a:extLst>
                <a:ext uri="{FF2B5EF4-FFF2-40B4-BE49-F238E27FC236}">
                  <a16:creationId xmlns:a16="http://schemas.microsoft.com/office/drawing/2014/main" id="{34A90529-C034-43CA-8A63-7FC7A8AB4B72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2" name="object 74">
              <a:extLst>
                <a:ext uri="{FF2B5EF4-FFF2-40B4-BE49-F238E27FC236}">
                  <a16:creationId xmlns:a16="http://schemas.microsoft.com/office/drawing/2014/main" id="{5CFBFAA2-F411-4DFF-96C2-3ED015E628E7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3" name="object 75">
              <a:extLst>
                <a:ext uri="{FF2B5EF4-FFF2-40B4-BE49-F238E27FC236}">
                  <a16:creationId xmlns:a16="http://schemas.microsoft.com/office/drawing/2014/main" id="{E136BF65-E985-44D1-BDA6-879635EEE791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4" name="object 76">
              <a:extLst>
                <a:ext uri="{FF2B5EF4-FFF2-40B4-BE49-F238E27FC236}">
                  <a16:creationId xmlns:a16="http://schemas.microsoft.com/office/drawing/2014/main" id="{3A5FDCFC-06EA-4820-8253-7BEFF11CCF08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5" name="object 77">
              <a:extLst>
                <a:ext uri="{FF2B5EF4-FFF2-40B4-BE49-F238E27FC236}">
                  <a16:creationId xmlns:a16="http://schemas.microsoft.com/office/drawing/2014/main" id="{09C1C76D-7CB0-4B4C-87E3-42FF9B3F0717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6" name="object 78">
              <a:extLst>
                <a:ext uri="{FF2B5EF4-FFF2-40B4-BE49-F238E27FC236}">
                  <a16:creationId xmlns:a16="http://schemas.microsoft.com/office/drawing/2014/main" id="{CEEED1C3-6329-4B05-B6E1-2920EDA6F0B9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7" name="object 79">
              <a:extLst>
                <a:ext uri="{FF2B5EF4-FFF2-40B4-BE49-F238E27FC236}">
                  <a16:creationId xmlns:a16="http://schemas.microsoft.com/office/drawing/2014/main" id="{055F38DE-9A68-4DBC-B1A2-9FD2F144FC7D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8" name="object 80">
              <a:extLst>
                <a:ext uri="{FF2B5EF4-FFF2-40B4-BE49-F238E27FC236}">
                  <a16:creationId xmlns:a16="http://schemas.microsoft.com/office/drawing/2014/main" id="{705D28B6-2FB6-4315-97CB-166E2B00214A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79" name="object 81">
              <a:extLst>
                <a:ext uri="{FF2B5EF4-FFF2-40B4-BE49-F238E27FC236}">
                  <a16:creationId xmlns:a16="http://schemas.microsoft.com/office/drawing/2014/main" id="{4F5F9C27-61AC-46D0-BBF9-909B115E975F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0" name="object 82">
              <a:extLst>
                <a:ext uri="{FF2B5EF4-FFF2-40B4-BE49-F238E27FC236}">
                  <a16:creationId xmlns:a16="http://schemas.microsoft.com/office/drawing/2014/main" id="{2CB4FD65-E27B-4B99-B86B-D148B45639D6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1" name="object 83">
              <a:extLst>
                <a:ext uri="{FF2B5EF4-FFF2-40B4-BE49-F238E27FC236}">
                  <a16:creationId xmlns:a16="http://schemas.microsoft.com/office/drawing/2014/main" id="{4E3E60BD-DCDB-4C34-910B-71DD231F085D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2" name="object 84">
              <a:extLst>
                <a:ext uri="{FF2B5EF4-FFF2-40B4-BE49-F238E27FC236}">
                  <a16:creationId xmlns:a16="http://schemas.microsoft.com/office/drawing/2014/main" id="{18A243AE-C30B-4C35-9F79-37C73020BD87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3" name="object 85">
              <a:extLst>
                <a:ext uri="{FF2B5EF4-FFF2-40B4-BE49-F238E27FC236}">
                  <a16:creationId xmlns:a16="http://schemas.microsoft.com/office/drawing/2014/main" id="{CC02A971-9752-4F40-991C-3A3F85C19607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4" name="object 86">
              <a:extLst>
                <a:ext uri="{FF2B5EF4-FFF2-40B4-BE49-F238E27FC236}">
                  <a16:creationId xmlns:a16="http://schemas.microsoft.com/office/drawing/2014/main" id="{7EC06208-70CF-4DBE-8127-266FF3AFA52F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5" name="object 87">
              <a:extLst>
                <a:ext uri="{FF2B5EF4-FFF2-40B4-BE49-F238E27FC236}">
                  <a16:creationId xmlns:a16="http://schemas.microsoft.com/office/drawing/2014/main" id="{C3445D13-AD50-439F-93E5-166194D1A961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6" name="object 88">
              <a:extLst>
                <a:ext uri="{FF2B5EF4-FFF2-40B4-BE49-F238E27FC236}">
                  <a16:creationId xmlns:a16="http://schemas.microsoft.com/office/drawing/2014/main" id="{7C062D63-D0AE-47AF-8642-F31F608DA00D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7" name="object 89">
              <a:extLst>
                <a:ext uri="{FF2B5EF4-FFF2-40B4-BE49-F238E27FC236}">
                  <a16:creationId xmlns:a16="http://schemas.microsoft.com/office/drawing/2014/main" id="{9F5946C8-EF47-4CB5-82F1-DCB28CA59013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8" name="object 90">
              <a:extLst>
                <a:ext uri="{FF2B5EF4-FFF2-40B4-BE49-F238E27FC236}">
                  <a16:creationId xmlns:a16="http://schemas.microsoft.com/office/drawing/2014/main" id="{C359B038-4D3A-45EE-96A7-5A1B4DA8C0F6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89" name="object 91">
              <a:extLst>
                <a:ext uri="{FF2B5EF4-FFF2-40B4-BE49-F238E27FC236}">
                  <a16:creationId xmlns:a16="http://schemas.microsoft.com/office/drawing/2014/main" id="{C6F167D6-5038-464B-AA83-44FA543FF857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0" name="object 92">
              <a:extLst>
                <a:ext uri="{FF2B5EF4-FFF2-40B4-BE49-F238E27FC236}">
                  <a16:creationId xmlns:a16="http://schemas.microsoft.com/office/drawing/2014/main" id="{01B4F473-B2FD-4973-94D4-7FBF75863003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1" name="object 93">
              <a:extLst>
                <a:ext uri="{FF2B5EF4-FFF2-40B4-BE49-F238E27FC236}">
                  <a16:creationId xmlns:a16="http://schemas.microsoft.com/office/drawing/2014/main" id="{4AE17FD3-4350-4E9B-92F3-9C57628DC17B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2" name="object 94">
              <a:extLst>
                <a:ext uri="{FF2B5EF4-FFF2-40B4-BE49-F238E27FC236}">
                  <a16:creationId xmlns:a16="http://schemas.microsoft.com/office/drawing/2014/main" id="{85CF062C-345D-4502-8421-40BC64FFE547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3" name="object 95">
              <a:extLst>
                <a:ext uri="{FF2B5EF4-FFF2-40B4-BE49-F238E27FC236}">
                  <a16:creationId xmlns:a16="http://schemas.microsoft.com/office/drawing/2014/main" id="{1D7A914D-067A-4349-B116-ED40FA1CECCB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4" name="object 96">
              <a:extLst>
                <a:ext uri="{FF2B5EF4-FFF2-40B4-BE49-F238E27FC236}">
                  <a16:creationId xmlns:a16="http://schemas.microsoft.com/office/drawing/2014/main" id="{685D2F31-3E9B-4917-8A15-2315A546DB22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5" name="object 97">
              <a:extLst>
                <a:ext uri="{FF2B5EF4-FFF2-40B4-BE49-F238E27FC236}">
                  <a16:creationId xmlns:a16="http://schemas.microsoft.com/office/drawing/2014/main" id="{AFC7620E-52F3-4CD2-A87C-6973996B5777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6" name="object 98">
              <a:extLst>
                <a:ext uri="{FF2B5EF4-FFF2-40B4-BE49-F238E27FC236}">
                  <a16:creationId xmlns:a16="http://schemas.microsoft.com/office/drawing/2014/main" id="{FE345FDE-2FD7-4D36-8E8E-D40B1085E0AD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7" name="object 99">
              <a:extLst>
                <a:ext uri="{FF2B5EF4-FFF2-40B4-BE49-F238E27FC236}">
                  <a16:creationId xmlns:a16="http://schemas.microsoft.com/office/drawing/2014/main" id="{A8E74173-72AC-4846-8FCB-C526D7395EC0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8" name="object 100">
              <a:extLst>
                <a:ext uri="{FF2B5EF4-FFF2-40B4-BE49-F238E27FC236}">
                  <a16:creationId xmlns:a16="http://schemas.microsoft.com/office/drawing/2014/main" id="{FFC357A4-36BF-4C72-B0A7-76BC374BE18C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99" name="object 101">
              <a:extLst>
                <a:ext uri="{FF2B5EF4-FFF2-40B4-BE49-F238E27FC236}">
                  <a16:creationId xmlns:a16="http://schemas.microsoft.com/office/drawing/2014/main" id="{2A6E715D-11D0-4B9F-BE91-E4DE59DB0A74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0" name="object 102">
              <a:extLst>
                <a:ext uri="{FF2B5EF4-FFF2-40B4-BE49-F238E27FC236}">
                  <a16:creationId xmlns:a16="http://schemas.microsoft.com/office/drawing/2014/main" id="{7418D147-529C-47F1-8EA3-923BE198D802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1" name="object 103">
              <a:extLst>
                <a:ext uri="{FF2B5EF4-FFF2-40B4-BE49-F238E27FC236}">
                  <a16:creationId xmlns:a16="http://schemas.microsoft.com/office/drawing/2014/main" id="{55450F6C-6F6C-4F60-8D6A-2AA6B9DAEBC0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2" name="object 104">
              <a:extLst>
                <a:ext uri="{FF2B5EF4-FFF2-40B4-BE49-F238E27FC236}">
                  <a16:creationId xmlns:a16="http://schemas.microsoft.com/office/drawing/2014/main" id="{1F2E2249-69A4-4AC2-AC82-B7C5EFA9F6D5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3" name="object 105">
              <a:extLst>
                <a:ext uri="{FF2B5EF4-FFF2-40B4-BE49-F238E27FC236}">
                  <a16:creationId xmlns:a16="http://schemas.microsoft.com/office/drawing/2014/main" id="{EDC31699-510C-4E4A-81C6-19587B2BE1F4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4" name="object 106">
              <a:extLst>
                <a:ext uri="{FF2B5EF4-FFF2-40B4-BE49-F238E27FC236}">
                  <a16:creationId xmlns:a16="http://schemas.microsoft.com/office/drawing/2014/main" id="{C001143A-AB7A-4373-A495-67F789B74243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5" name="object 107">
              <a:extLst>
                <a:ext uri="{FF2B5EF4-FFF2-40B4-BE49-F238E27FC236}">
                  <a16:creationId xmlns:a16="http://schemas.microsoft.com/office/drawing/2014/main" id="{A714BAEE-97C5-4F60-A864-4685B2508676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6" name="object 108">
              <a:extLst>
                <a:ext uri="{FF2B5EF4-FFF2-40B4-BE49-F238E27FC236}">
                  <a16:creationId xmlns:a16="http://schemas.microsoft.com/office/drawing/2014/main" id="{B1C50934-20CB-4DC8-85EF-F99D9C020E7B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7" name="object 109">
              <a:extLst>
                <a:ext uri="{FF2B5EF4-FFF2-40B4-BE49-F238E27FC236}">
                  <a16:creationId xmlns:a16="http://schemas.microsoft.com/office/drawing/2014/main" id="{F4C51669-12FB-4E8B-AE8A-DA6232F7A2CF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8" name="object 110">
              <a:extLst>
                <a:ext uri="{FF2B5EF4-FFF2-40B4-BE49-F238E27FC236}">
                  <a16:creationId xmlns:a16="http://schemas.microsoft.com/office/drawing/2014/main" id="{F4C12360-D8A9-423D-A0A1-D2FB33B0DFDF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09" name="object 111">
              <a:extLst>
                <a:ext uri="{FF2B5EF4-FFF2-40B4-BE49-F238E27FC236}">
                  <a16:creationId xmlns:a16="http://schemas.microsoft.com/office/drawing/2014/main" id="{F5DE92FF-94F3-4A87-AC94-D41581F9BEC7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0" name="object 112">
              <a:extLst>
                <a:ext uri="{FF2B5EF4-FFF2-40B4-BE49-F238E27FC236}">
                  <a16:creationId xmlns:a16="http://schemas.microsoft.com/office/drawing/2014/main" id="{F59F5811-958A-4730-BAC9-E61D227A09B1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1" name="object 113">
              <a:extLst>
                <a:ext uri="{FF2B5EF4-FFF2-40B4-BE49-F238E27FC236}">
                  <a16:creationId xmlns:a16="http://schemas.microsoft.com/office/drawing/2014/main" id="{7F03121D-205E-4D3C-86A4-68EEF9F60A68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2" name="object 114">
              <a:extLst>
                <a:ext uri="{FF2B5EF4-FFF2-40B4-BE49-F238E27FC236}">
                  <a16:creationId xmlns:a16="http://schemas.microsoft.com/office/drawing/2014/main" id="{B3781D5D-DE6F-4F6F-9760-475C7A52ABF9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3" name="object 115">
              <a:extLst>
                <a:ext uri="{FF2B5EF4-FFF2-40B4-BE49-F238E27FC236}">
                  <a16:creationId xmlns:a16="http://schemas.microsoft.com/office/drawing/2014/main" id="{784513F7-3F90-4CC9-85D9-4BE354CCDA44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4" name="object 116">
              <a:extLst>
                <a:ext uri="{FF2B5EF4-FFF2-40B4-BE49-F238E27FC236}">
                  <a16:creationId xmlns:a16="http://schemas.microsoft.com/office/drawing/2014/main" id="{655083AB-5464-4367-BEA8-A678B7543763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5" name="object 117">
              <a:extLst>
                <a:ext uri="{FF2B5EF4-FFF2-40B4-BE49-F238E27FC236}">
                  <a16:creationId xmlns:a16="http://schemas.microsoft.com/office/drawing/2014/main" id="{77B178B2-BBE2-4491-A057-5CC351A8FD33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6" name="object 118">
              <a:extLst>
                <a:ext uri="{FF2B5EF4-FFF2-40B4-BE49-F238E27FC236}">
                  <a16:creationId xmlns:a16="http://schemas.microsoft.com/office/drawing/2014/main" id="{FCDE97E0-F475-45E5-BF06-7CD513C0069D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7" name="object 119">
              <a:extLst>
                <a:ext uri="{FF2B5EF4-FFF2-40B4-BE49-F238E27FC236}">
                  <a16:creationId xmlns:a16="http://schemas.microsoft.com/office/drawing/2014/main" id="{21984B9E-920D-44BB-A41F-1152C1BD342B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8" name="object 120">
              <a:extLst>
                <a:ext uri="{FF2B5EF4-FFF2-40B4-BE49-F238E27FC236}">
                  <a16:creationId xmlns:a16="http://schemas.microsoft.com/office/drawing/2014/main" id="{86D9D9EC-9733-470B-9415-B818EEEA925F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19" name="object 121">
              <a:extLst>
                <a:ext uri="{FF2B5EF4-FFF2-40B4-BE49-F238E27FC236}">
                  <a16:creationId xmlns:a16="http://schemas.microsoft.com/office/drawing/2014/main" id="{D99C97D9-7A2B-4525-9336-151A7C96A5CE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0" name="object 122">
              <a:extLst>
                <a:ext uri="{FF2B5EF4-FFF2-40B4-BE49-F238E27FC236}">
                  <a16:creationId xmlns:a16="http://schemas.microsoft.com/office/drawing/2014/main" id="{D0925AAB-D273-4EC7-BDE4-7041F860AEB0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1" name="object 123">
              <a:extLst>
                <a:ext uri="{FF2B5EF4-FFF2-40B4-BE49-F238E27FC236}">
                  <a16:creationId xmlns:a16="http://schemas.microsoft.com/office/drawing/2014/main" id="{EEE0698D-CFCA-4ED8-907A-0495DB217211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2" name="object 124">
              <a:extLst>
                <a:ext uri="{FF2B5EF4-FFF2-40B4-BE49-F238E27FC236}">
                  <a16:creationId xmlns:a16="http://schemas.microsoft.com/office/drawing/2014/main" id="{C7C90B32-8F40-4ED1-A1DE-DAF124EE0AAB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3" name="object 125">
              <a:extLst>
                <a:ext uri="{FF2B5EF4-FFF2-40B4-BE49-F238E27FC236}">
                  <a16:creationId xmlns:a16="http://schemas.microsoft.com/office/drawing/2014/main" id="{9665CB65-1943-43E8-9450-0C5C2EC294D9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4" name="object 126">
              <a:extLst>
                <a:ext uri="{FF2B5EF4-FFF2-40B4-BE49-F238E27FC236}">
                  <a16:creationId xmlns:a16="http://schemas.microsoft.com/office/drawing/2014/main" id="{FA76E20C-CA86-4B5C-94F8-F6EFFE80CBD5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5" name="object 127">
              <a:extLst>
                <a:ext uri="{FF2B5EF4-FFF2-40B4-BE49-F238E27FC236}">
                  <a16:creationId xmlns:a16="http://schemas.microsoft.com/office/drawing/2014/main" id="{1A84F4B2-9A0C-4898-9DAD-4509838B6BE1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6" name="object 128">
              <a:extLst>
                <a:ext uri="{FF2B5EF4-FFF2-40B4-BE49-F238E27FC236}">
                  <a16:creationId xmlns:a16="http://schemas.microsoft.com/office/drawing/2014/main" id="{8B663F50-1B52-4822-8537-9412D7F30DCF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7" name="object 129">
              <a:extLst>
                <a:ext uri="{FF2B5EF4-FFF2-40B4-BE49-F238E27FC236}">
                  <a16:creationId xmlns:a16="http://schemas.microsoft.com/office/drawing/2014/main" id="{3B37469B-DB13-40B6-B19C-4F1CBC529AB1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8" name="object 130">
              <a:extLst>
                <a:ext uri="{FF2B5EF4-FFF2-40B4-BE49-F238E27FC236}">
                  <a16:creationId xmlns:a16="http://schemas.microsoft.com/office/drawing/2014/main" id="{EAFF8150-F3DD-437A-9E64-B35089189C5E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29" name="object 131">
              <a:extLst>
                <a:ext uri="{FF2B5EF4-FFF2-40B4-BE49-F238E27FC236}">
                  <a16:creationId xmlns:a16="http://schemas.microsoft.com/office/drawing/2014/main" id="{386E302A-7D87-4724-A395-048FE6111E21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0" name="object 132">
              <a:extLst>
                <a:ext uri="{FF2B5EF4-FFF2-40B4-BE49-F238E27FC236}">
                  <a16:creationId xmlns:a16="http://schemas.microsoft.com/office/drawing/2014/main" id="{D73152AB-7C75-4767-85AE-D806B5911679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1" name="object 133">
              <a:extLst>
                <a:ext uri="{FF2B5EF4-FFF2-40B4-BE49-F238E27FC236}">
                  <a16:creationId xmlns:a16="http://schemas.microsoft.com/office/drawing/2014/main" id="{E1923D3F-F460-4B83-A7C6-43427E941957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2" name="object 134">
              <a:extLst>
                <a:ext uri="{FF2B5EF4-FFF2-40B4-BE49-F238E27FC236}">
                  <a16:creationId xmlns:a16="http://schemas.microsoft.com/office/drawing/2014/main" id="{737684BF-6F30-478E-B032-61BCE038F131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3" name="object 135">
              <a:extLst>
                <a:ext uri="{FF2B5EF4-FFF2-40B4-BE49-F238E27FC236}">
                  <a16:creationId xmlns:a16="http://schemas.microsoft.com/office/drawing/2014/main" id="{CCE06E04-2C8E-4789-8061-D995200B9CE3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4" name="object 136">
              <a:extLst>
                <a:ext uri="{FF2B5EF4-FFF2-40B4-BE49-F238E27FC236}">
                  <a16:creationId xmlns:a16="http://schemas.microsoft.com/office/drawing/2014/main" id="{B46667B3-3541-4CD7-B5AA-E8891BD999C4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5" name="object 137">
              <a:extLst>
                <a:ext uri="{FF2B5EF4-FFF2-40B4-BE49-F238E27FC236}">
                  <a16:creationId xmlns:a16="http://schemas.microsoft.com/office/drawing/2014/main" id="{47D26476-F3E4-42A5-9562-E2D578A45BA0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6" name="object 138">
              <a:extLst>
                <a:ext uri="{FF2B5EF4-FFF2-40B4-BE49-F238E27FC236}">
                  <a16:creationId xmlns:a16="http://schemas.microsoft.com/office/drawing/2014/main" id="{7840DE50-C22E-49E8-9E09-D524CEB9B605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7" name="object 139">
              <a:extLst>
                <a:ext uri="{FF2B5EF4-FFF2-40B4-BE49-F238E27FC236}">
                  <a16:creationId xmlns:a16="http://schemas.microsoft.com/office/drawing/2014/main" id="{2E615000-69CE-473C-8BD5-F44B593F1F1B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8" name="object 140">
              <a:extLst>
                <a:ext uri="{FF2B5EF4-FFF2-40B4-BE49-F238E27FC236}">
                  <a16:creationId xmlns:a16="http://schemas.microsoft.com/office/drawing/2014/main" id="{83F898E8-9578-4FA7-A25C-C32A9CE5E036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39" name="object 141">
              <a:extLst>
                <a:ext uri="{FF2B5EF4-FFF2-40B4-BE49-F238E27FC236}">
                  <a16:creationId xmlns:a16="http://schemas.microsoft.com/office/drawing/2014/main" id="{1BDDC80E-B4C2-4BE9-9FC1-77C4A1E64626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0" name="object 142">
              <a:extLst>
                <a:ext uri="{FF2B5EF4-FFF2-40B4-BE49-F238E27FC236}">
                  <a16:creationId xmlns:a16="http://schemas.microsoft.com/office/drawing/2014/main" id="{A6B0B6E5-2E06-4EC5-AE88-2D4A2402E6F2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1" name="object 143">
              <a:extLst>
                <a:ext uri="{FF2B5EF4-FFF2-40B4-BE49-F238E27FC236}">
                  <a16:creationId xmlns:a16="http://schemas.microsoft.com/office/drawing/2014/main" id="{DC8BB7B0-23EA-45E9-BF81-815CB7E861E7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  <p:sp>
          <p:nvSpPr>
            <p:cNvPr id="142" name="object 144">
              <a:extLst>
                <a:ext uri="{FF2B5EF4-FFF2-40B4-BE49-F238E27FC236}">
                  <a16:creationId xmlns:a16="http://schemas.microsoft.com/office/drawing/2014/main" id="{712779C2-07A1-489D-916A-5B62FE6D1E2E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24"/>
            </a:p>
          </p:txBody>
        </p:sp>
      </p:grpSp>
    </p:spTree>
    <p:extLst>
      <p:ext uri="{BB962C8B-B14F-4D97-AF65-F5344CB8AC3E}">
        <p14:creationId xmlns:p14="http://schemas.microsoft.com/office/powerpoint/2010/main" val="141560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4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9ECADC2-4788-4910-BF21-232F6ED0C14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6070114" y="3116955"/>
            <a:ext cx="3250096" cy="28976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14BD3F-97A9-4B61-B1D3-44C2C1D7CD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402" y="479927"/>
            <a:ext cx="8489196" cy="374461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2232"/>
              </a:lnSpc>
              <a:buNone/>
              <a:defRPr sz="1896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403512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u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89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0C119EC-EEE9-4156-BEF6-AA1E3C6B42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6070114" y="3116955"/>
            <a:ext cx="3250096" cy="289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6644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68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>
                <a:solidFill>
                  <a:schemeClr val="bg1"/>
                </a:solidFill>
              </a:defRPr>
            </a:lvl1pPr>
            <a:lvl2pPr marL="0" indent="-144000">
              <a:defRPr sz="960">
                <a:solidFill>
                  <a:schemeClr val="bg1"/>
                </a:solidFill>
              </a:defRPr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FD57C25-7BA3-45FE-9580-40DA3F8D48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6070113" y="3116955"/>
            <a:ext cx="3250095" cy="2897676"/>
          </a:xfrm>
          <a:prstGeom prst="rect">
            <a:avLst/>
          </a:prstGeom>
          <a:ln>
            <a:noFill/>
          </a:ln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4974E2-59EB-4D32-B78D-6658F364D1B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2441" y="316696"/>
            <a:ext cx="8489196" cy="374461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ts val="2232"/>
              </a:lnSpc>
              <a:buNone/>
              <a:defRPr sz="1896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6231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2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44BFFDC-74B8-4320-831B-1FC81AD3DF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6070114" y="3116955"/>
            <a:ext cx="3250096" cy="289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16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8FBC8EF-24EC-41A3-A1B0-0BE26B8FFFC3}"/>
              </a:ext>
            </a:extLst>
          </p:cNvPr>
          <p:cNvSpPr/>
          <p:nvPr userDrawn="1"/>
        </p:nvSpPr>
        <p:spPr>
          <a:xfrm rot="16200000">
            <a:off x="6974626" y="-231989"/>
            <a:ext cx="469259" cy="933237"/>
          </a:xfrm>
          <a:custGeom>
            <a:avLst/>
            <a:gdLst>
              <a:gd name="connsiteX0" fmla="*/ 1944161 w 1955353"/>
              <a:gd name="connsiteY0" fmla="*/ 0 h 3888324"/>
              <a:gd name="connsiteX1" fmla="*/ 1955353 w 1955353"/>
              <a:gd name="connsiteY1" fmla="*/ 565 h 3888324"/>
              <a:gd name="connsiteX2" fmla="*/ 1955353 w 1955353"/>
              <a:gd name="connsiteY2" fmla="*/ 920897 h 3888324"/>
              <a:gd name="connsiteX3" fmla="*/ 1859379 w 1955353"/>
              <a:gd name="connsiteY3" fmla="*/ 925743 h 3888324"/>
              <a:gd name="connsiteX4" fmla="*/ 940343 w 1955353"/>
              <a:gd name="connsiteY4" fmla="*/ 1944162 h 3888324"/>
              <a:gd name="connsiteX5" fmla="*/ 1859379 w 1955353"/>
              <a:gd name="connsiteY5" fmla="*/ 2962581 h 3888324"/>
              <a:gd name="connsiteX6" fmla="*/ 1955353 w 1955353"/>
              <a:gd name="connsiteY6" fmla="*/ 2967427 h 3888324"/>
              <a:gd name="connsiteX7" fmla="*/ 1955353 w 1955353"/>
              <a:gd name="connsiteY7" fmla="*/ 3887759 h 3888324"/>
              <a:gd name="connsiteX8" fmla="*/ 1944161 w 1955353"/>
              <a:gd name="connsiteY8" fmla="*/ 3888324 h 3888324"/>
              <a:gd name="connsiteX9" fmla="*/ 0 w 1955353"/>
              <a:gd name="connsiteY9" fmla="*/ 1944162 h 3888324"/>
              <a:gd name="connsiteX10" fmla="*/ 1944161 w 1955353"/>
              <a:gd name="connsiteY10" fmla="*/ 0 h 388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5353" h="3888324">
                <a:moveTo>
                  <a:pt x="1944161" y="0"/>
                </a:moveTo>
                <a:lnTo>
                  <a:pt x="1955353" y="565"/>
                </a:lnTo>
                <a:lnTo>
                  <a:pt x="1955353" y="920897"/>
                </a:lnTo>
                <a:lnTo>
                  <a:pt x="1859379" y="925743"/>
                </a:lnTo>
                <a:cubicBezTo>
                  <a:pt x="1343171" y="978167"/>
                  <a:pt x="940343" y="1414122"/>
                  <a:pt x="940343" y="1944162"/>
                </a:cubicBezTo>
                <a:cubicBezTo>
                  <a:pt x="940343" y="2474202"/>
                  <a:pt x="1343171" y="2910157"/>
                  <a:pt x="1859379" y="2962581"/>
                </a:cubicBezTo>
                <a:lnTo>
                  <a:pt x="1955353" y="2967427"/>
                </a:lnTo>
                <a:lnTo>
                  <a:pt x="1955353" y="3887759"/>
                </a:lnTo>
                <a:lnTo>
                  <a:pt x="1944161" y="3888324"/>
                </a:lnTo>
                <a:cubicBezTo>
                  <a:pt x="870431" y="3888324"/>
                  <a:pt x="0" y="3017893"/>
                  <a:pt x="0" y="1944162"/>
                </a:cubicBezTo>
                <a:cubicBezTo>
                  <a:pt x="0" y="870431"/>
                  <a:pt x="870431" y="0"/>
                  <a:pt x="19441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432" dirty="0"/>
              <a:t>  </a:t>
            </a:r>
            <a:endParaRPr lang="en-US" sz="432" dirty="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3252315C-5F2D-4461-8B3E-D924E9D0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35009" y="6306039"/>
            <a:ext cx="484191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3614A4D-4352-4428-A1E5-77B19189687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E03D9D-BEE9-4545-A905-4B5230C433A8}"/>
              </a:ext>
            </a:extLst>
          </p:cNvPr>
          <p:cNvCxnSpPr>
            <a:cxnSpLocks/>
          </p:cNvCxnSpPr>
          <p:nvPr userDrawn="1"/>
        </p:nvCxnSpPr>
        <p:spPr>
          <a:xfrm>
            <a:off x="417432" y="6190841"/>
            <a:ext cx="848919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6C3ADF-F096-4438-BE66-66AAE4E43E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7498" y="2188319"/>
            <a:ext cx="8489196" cy="422423"/>
          </a:xfrm>
        </p:spPr>
        <p:txBody>
          <a:bodyPr wrap="square">
            <a:spAutoFit/>
          </a:bodyPr>
          <a:lstStyle>
            <a:lvl1pPr marL="0" indent="0">
              <a:buNone/>
              <a:defRPr sz="960"/>
            </a:lvl1pPr>
            <a:lvl2pPr marL="0" indent="-144000">
              <a:defRPr sz="960"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1B0E0B70-59CE-BD4A-A7CA-4A18F82E718A}"/>
              </a:ext>
            </a:extLst>
          </p:cNvPr>
          <p:cNvSpPr/>
          <p:nvPr userDrawn="1"/>
        </p:nvSpPr>
        <p:spPr>
          <a:xfrm>
            <a:off x="0" y="3429000"/>
            <a:ext cx="473939" cy="947142"/>
          </a:xfrm>
          <a:custGeom>
            <a:avLst/>
            <a:gdLst/>
            <a:ahLst/>
            <a:cxnLst/>
            <a:rect l="l" t="t" r="r" b="b"/>
            <a:pathLst>
              <a:path w="466725" h="932814">
                <a:moveTo>
                  <a:pt x="0" y="0"/>
                </a:moveTo>
                <a:lnTo>
                  <a:pt x="0" y="225590"/>
                </a:lnTo>
                <a:lnTo>
                  <a:pt x="48488" y="230477"/>
                </a:lnTo>
                <a:lnTo>
                  <a:pt x="93648" y="244495"/>
                </a:lnTo>
                <a:lnTo>
                  <a:pt x="134514" y="266675"/>
                </a:lnTo>
                <a:lnTo>
                  <a:pt x="170118" y="296051"/>
                </a:lnTo>
                <a:lnTo>
                  <a:pt x="199493" y="331654"/>
                </a:lnTo>
                <a:lnTo>
                  <a:pt x="221672" y="372517"/>
                </a:lnTo>
                <a:lnTo>
                  <a:pt x="235689" y="417672"/>
                </a:lnTo>
                <a:lnTo>
                  <a:pt x="240576" y="466153"/>
                </a:lnTo>
                <a:lnTo>
                  <a:pt x="235689" y="514642"/>
                </a:lnTo>
                <a:lnTo>
                  <a:pt x="221672" y="559804"/>
                </a:lnTo>
                <a:lnTo>
                  <a:pt x="199493" y="600671"/>
                </a:lnTo>
                <a:lnTo>
                  <a:pt x="170118" y="636277"/>
                </a:lnTo>
                <a:lnTo>
                  <a:pt x="134514" y="665655"/>
                </a:lnTo>
                <a:lnTo>
                  <a:pt x="93648" y="687836"/>
                </a:lnTo>
                <a:lnTo>
                  <a:pt x="48488" y="701854"/>
                </a:lnTo>
                <a:lnTo>
                  <a:pt x="0" y="706742"/>
                </a:lnTo>
                <a:lnTo>
                  <a:pt x="0" y="932332"/>
                </a:lnTo>
                <a:lnTo>
                  <a:pt x="47662" y="929925"/>
                </a:lnTo>
                <a:lnTo>
                  <a:pt x="93948" y="922861"/>
                </a:lnTo>
                <a:lnTo>
                  <a:pt x="138622" y="911375"/>
                </a:lnTo>
                <a:lnTo>
                  <a:pt x="181452" y="895700"/>
                </a:lnTo>
                <a:lnTo>
                  <a:pt x="222201" y="876070"/>
                </a:lnTo>
                <a:lnTo>
                  <a:pt x="260637" y="852720"/>
                </a:lnTo>
                <a:lnTo>
                  <a:pt x="296524" y="825885"/>
                </a:lnTo>
                <a:lnTo>
                  <a:pt x="329628" y="795797"/>
                </a:lnTo>
                <a:lnTo>
                  <a:pt x="359715" y="762693"/>
                </a:lnTo>
                <a:lnTo>
                  <a:pt x="386551" y="726805"/>
                </a:lnTo>
                <a:lnTo>
                  <a:pt x="409902" y="688369"/>
                </a:lnTo>
                <a:lnTo>
                  <a:pt x="429532" y="647618"/>
                </a:lnTo>
                <a:lnTo>
                  <a:pt x="445208" y="604786"/>
                </a:lnTo>
                <a:lnTo>
                  <a:pt x="456695" y="560109"/>
                </a:lnTo>
                <a:lnTo>
                  <a:pt x="463759" y="513820"/>
                </a:lnTo>
                <a:lnTo>
                  <a:pt x="466166" y="466153"/>
                </a:lnTo>
                <a:lnTo>
                  <a:pt x="463759" y="418493"/>
                </a:lnTo>
                <a:lnTo>
                  <a:pt x="456695" y="372209"/>
                </a:lnTo>
                <a:lnTo>
                  <a:pt x="445208" y="327536"/>
                </a:lnTo>
                <a:lnTo>
                  <a:pt x="429532" y="284708"/>
                </a:lnTo>
                <a:lnTo>
                  <a:pt x="409902" y="243960"/>
                </a:lnTo>
                <a:lnTo>
                  <a:pt x="386551" y="205526"/>
                </a:lnTo>
                <a:lnTo>
                  <a:pt x="359715" y="169639"/>
                </a:lnTo>
                <a:lnTo>
                  <a:pt x="329628" y="136536"/>
                </a:lnTo>
                <a:lnTo>
                  <a:pt x="296524" y="106449"/>
                </a:lnTo>
                <a:lnTo>
                  <a:pt x="260637" y="79613"/>
                </a:lnTo>
                <a:lnTo>
                  <a:pt x="222201" y="56263"/>
                </a:lnTo>
                <a:lnTo>
                  <a:pt x="181452" y="36633"/>
                </a:lnTo>
                <a:lnTo>
                  <a:pt x="138622" y="20958"/>
                </a:lnTo>
                <a:lnTo>
                  <a:pt x="93948" y="9470"/>
                </a:lnTo>
                <a:lnTo>
                  <a:pt x="47662" y="2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432"/>
          </a:p>
        </p:txBody>
      </p:sp>
      <p:sp>
        <p:nvSpPr>
          <p:cNvPr id="26" name="Freeform: Shape 18">
            <a:extLst>
              <a:ext uri="{FF2B5EF4-FFF2-40B4-BE49-F238E27FC236}">
                <a16:creationId xmlns:a16="http://schemas.microsoft.com/office/drawing/2014/main" id="{884ADAEE-1597-8E47-82BC-53458D14DC8E}"/>
              </a:ext>
            </a:extLst>
          </p:cNvPr>
          <p:cNvSpPr/>
          <p:nvPr userDrawn="1"/>
        </p:nvSpPr>
        <p:spPr>
          <a:xfrm>
            <a:off x="8510380" y="5479840"/>
            <a:ext cx="408820" cy="408780"/>
          </a:xfrm>
          <a:custGeom>
            <a:avLst/>
            <a:gdLst>
              <a:gd name="connsiteX0" fmla="*/ 845436 w 1703344"/>
              <a:gd name="connsiteY0" fmla="*/ 0 h 1703343"/>
              <a:gd name="connsiteX1" fmla="*/ 1703344 w 1703344"/>
              <a:gd name="connsiteY1" fmla="*/ 0 h 1703343"/>
              <a:gd name="connsiteX2" fmla="*/ 1703344 w 1703344"/>
              <a:gd name="connsiteY2" fmla="*/ 861219 h 1703343"/>
              <a:gd name="connsiteX3" fmla="*/ 1703344 w 1703344"/>
              <a:gd name="connsiteY3" fmla="*/ 1703343 h 1703343"/>
              <a:gd name="connsiteX4" fmla="*/ 1703344 w 1703344"/>
              <a:gd name="connsiteY4" fmla="*/ 1703343 h 1703343"/>
              <a:gd name="connsiteX5" fmla="*/ 845436 w 1703344"/>
              <a:gd name="connsiteY5" fmla="*/ 1703343 h 1703343"/>
              <a:gd name="connsiteX6" fmla="*/ 845436 w 1703344"/>
              <a:gd name="connsiteY6" fmla="*/ 1703343 h 1703343"/>
              <a:gd name="connsiteX7" fmla="*/ 0 w 1703344"/>
              <a:gd name="connsiteY7" fmla="*/ 1703343 h 1703343"/>
              <a:gd name="connsiteX8" fmla="*/ 0 w 1703344"/>
              <a:gd name="connsiteY8" fmla="*/ 861219 h 1703343"/>
              <a:gd name="connsiteX9" fmla="*/ 845436 w 1703344"/>
              <a:gd name="connsiteY9" fmla="*/ 861219 h 17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3344" h="1703343">
                <a:moveTo>
                  <a:pt x="845436" y="0"/>
                </a:moveTo>
                <a:lnTo>
                  <a:pt x="1703344" y="0"/>
                </a:lnTo>
                <a:lnTo>
                  <a:pt x="1703344" y="861219"/>
                </a:lnTo>
                <a:lnTo>
                  <a:pt x="1703344" y="1703343"/>
                </a:lnTo>
                <a:lnTo>
                  <a:pt x="1703344" y="1703343"/>
                </a:lnTo>
                <a:lnTo>
                  <a:pt x="845436" y="1703343"/>
                </a:lnTo>
                <a:lnTo>
                  <a:pt x="845436" y="1703343"/>
                </a:lnTo>
                <a:lnTo>
                  <a:pt x="0" y="1703343"/>
                </a:lnTo>
                <a:lnTo>
                  <a:pt x="0" y="861219"/>
                </a:lnTo>
                <a:lnTo>
                  <a:pt x="845436" y="8612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432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2378792-3ADD-6940-8BD9-7A7B5A0922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1144" y="6337332"/>
            <a:ext cx="787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20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8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Motif de la présentation | Lieu |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14A4D-4352-4428-A1E5-77B191896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0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hf hdr="0" dt="0"/>
  <p:txStyles>
    <p:titleStyle>
      <a:lvl1pPr algn="l" defTabSz="68575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9" indent="-171439" algn="l" defTabSz="68575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9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72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5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27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05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83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60" indent="-171439" algn="l" defTabSz="68575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8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6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33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11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89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67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44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22" algn="l" defTabSz="68575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0.png"/><Relationship Id="rId7" Type="http://schemas.openxmlformats.org/officeDocument/2006/relationships/image" Target="../media/image43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00.png"/><Relationship Id="rId7" Type="http://schemas.openxmlformats.org/officeDocument/2006/relationships/image" Target="../media/image101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10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3CD19-22FB-75A9-EE67-7DECD6F8B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872CBBA-AD16-FA0A-F396-B29D448D3042}"/>
              </a:ext>
            </a:extLst>
          </p:cNvPr>
          <p:cNvSpPr/>
          <p:nvPr/>
        </p:nvSpPr>
        <p:spPr>
          <a:xfrm>
            <a:off x="1000664" y="1107457"/>
            <a:ext cx="2380891" cy="80225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AlphaPEM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295E8-3CA3-A855-D152-65D0A49923F7}"/>
              </a:ext>
            </a:extLst>
          </p:cNvPr>
          <p:cNvSpPr/>
          <p:nvPr/>
        </p:nvSpPr>
        <p:spPr>
          <a:xfrm>
            <a:off x="1048109" y="2259027"/>
            <a:ext cx="2286000" cy="57797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Linearization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DD42BE-5177-8A6D-CAAB-52C00C386E36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2191109" y="1909714"/>
            <a:ext cx="1" cy="3493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6C7ABBB-E345-956B-3CB3-7BE63967F2A3}"/>
              </a:ext>
            </a:extLst>
          </p:cNvPr>
          <p:cNvSpPr/>
          <p:nvPr/>
        </p:nvSpPr>
        <p:spPr>
          <a:xfrm flipH="1">
            <a:off x="3726612" y="1366874"/>
            <a:ext cx="431321" cy="267419"/>
          </a:xfrm>
          <a:prstGeom prst="rightArrow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1374D7-45BB-2580-945D-7631978916D7}"/>
              </a:ext>
            </a:extLst>
          </p:cNvPr>
          <p:cNvSpPr txBox="1"/>
          <p:nvPr/>
        </p:nvSpPr>
        <p:spPr>
          <a:xfrm>
            <a:off x="4402943" y="1238973"/>
            <a:ext cx="2584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Nonlinear time-varying continuous system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849420-EF28-57D3-33F0-1494B4894C99}"/>
              </a:ext>
            </a:extLst>
          </p:cNvPr>
          <p:cNvSpPr/>
          <p:nvPr/>
        </p:nvSpPr>
        <p:spPr>
          <a:xfrm>
            <a:off x="2751827" y="4131302"/>
            <a:ext cx="1999537" cy="534387"/>
          </a:xfrm>
          <a:prstGeom prst="roundRect">
            <a:avLst/>
          </a:prstGeom>
          <a:ln w="38100"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Stability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F7DD26A-A5D1-838B-E294-D7F9CCB3E96C}"/>
              </a:ext>
            </a:extLst>
          </p:cNvPr>
          <p:cNvSpPr/>
          <p:nvPr/>
        </p:nvSpPr>
        <p:spPr>
          <a:xfrm>
            <a:off x="2751827" y="3102967"/>
            <a:ext cx="1999537" cy="762365"/>
          </a:xfrm>
          <a:prstGeom prst="roundRect">
            <a:avLst/>
          </a:prstGeom>
          <a:ln w="381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LTI model (</a:t>
            </a:r>
            <a:r>
              <a:rPr lang="en-US" dirty="0">
                <a:solidFill>
                  <a:srgbClr val="231F20"/>
                </a:solidFill>
                <a:cs typeface="Arial"/>
              </a:rPr>
              <a:t>near operation point)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242A16B-39FA-3661-CC5C-B48DBDE065ED}"/>
              </a:ext>
            </a:extLst>
          </p:cNvPr>
          <p:cNvSpPr/>
          <p:nvPr/>
        </p:nvSpPr>
        <p:spPr>
          <a:xfrm>
            <a:off x="2751827" y="4931659"/>
            <a:ext cx="1999537" cy="534387"/>
          </a:xfrm>
          <a:prstGeom prst="roundRect">
            <a:avLst/>
          </a:prstGeom>
          <a:ln w="38100">
            <a:prstDash val="sys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Observability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8057E734-56B8-0815-5656-FA45344CAE7B}"/>
              </a:ext>
            </a:extLst>
          </p:cNvPr>
          <p:cNvCxnSpPr>
            <a:cxnSpLocks/>
            <a:stCxn id="12" idx="2"/>
            <a:endCxn id="28" idx="1"/>
          </p:cNvCxnSpPr>
          <p:nvPr/>
        </p:nvCxnSpPr>
        <p:spPr>
          <a:xfrm rot="16200000" flipH="1">
            <a:off x="1290540" y="3737566"/>
            <a:ext cx="2361856" cy="56071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6E27D1E-A5CB-1DAD-4D9E-7A76A06D5B6B}"/>
              </a:ext>
            </a:extLst>
          </p:cNvPr>
          <p:cNvCxnSpPr>
            <a:cxnSpLocks/>
            <a:stCxn id="12" idx="2"/>
            <a:endCxn id="27" idx="1"/>
          </p:cNvCxnSpPr>
          <p:nvPr/>
        </p:nvCxnSpPr>
        <p:spPr>
          <a:xfrm rot="16200000" flipH="1">
            <a:off x="2147892" y="2880214"/>
            <a:ext cx="647153" cy="56071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3A35D1A-8162-258C-A208-C8AF76E62A1D}"/>
              </a:ext>
            </a:extLst>
          </p:cNvPr>
          <p:cNvCxnSpPr>
            <a:cxnSpLocks/>
            <a:stCxn id="12" idx="2"/>
            <a:endCxn id="18" idx="1"/>
          </p:cNvCxnSpPr>
          <p:nvPr/>
        </p:nvCxnSpPr>
        <p:spPr>
          <a:xfrm rot="16200000" flipH="1">
            <a:off x="1690719" y="3337387"/>
            <a:ext cx="1561499" cy="56071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6E2BC05-E7E6-9461-96BB-720118C11FFF}"/>
              </a:ext>
            </a:extLst>
          </p:cNvPr>
          <p:cNvSpPr/>
          <p:nvPr/>
        </p:nvSpPr>
        <p:spPr>
          <a:xfrm>
            <a:off x="5797323" y="3997367"/>
            <a:ext cx="2380891" cy="802257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Observer model 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13EE71A2-CB94-FD87-3A9A-7B3A20F61FAF}"/>
              </a:ext>
            </a:extLst>
          </p:cNvPr>
          <p:cNvCxnSpPr>
            <a:stCxn id="27" idx="3"/>
            <a:endCxn id="38" idx="1"/>
          </p:cNvCxnSpPr>
          <p:nvPr/>
        </p:nvCxnSpPr>
        <p:spPr>
          <a:xfrm>
            <a:off x="4751364" y="3484150"/>
            <a:ext cx="1045959" cy="91434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B3ED4D2-A3B2-5C31-7437-701B31B7E937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 flipV="1">
            <a:off x="4751364" y="4398496"/>
            <a:ext cx="1045959" cy="800357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6FB029A-780C-710A-4624-93866B397619}"/>
              </a:ext>
            </a:extLst>
          </p:cNvPr>
          <p:cNvCxnSpPr>
            <a:stCxn id="18" idx="3"/>
            <a:endCxn id="38" idx="1"/>
          </p:cNvCxnSpPr>
          <p:nvPr/>
        </p:nvCxnSpPr>
        <p:spPr>
          <a:xfrm>
            <a:off x="4751364" y="4398496"/>
            <a:ext cx="104595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946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098205-3D61-C9B8-8F36-2DFC7249C18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21212-DE22-7837-8BF4-29677D34A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5B8E8-3A0D-2B0A-98D0-8A9AA8708D1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8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D560CD-585B-2D0C-D5B3-E71C23B8C2C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State observer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D94D1-8C79-9E9C-FADA-7F339DFC7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34F780-6549-63AC-5948-05099ED32191}"/>
              </a:ext>
            </a:extLst>
          </p:cNvPr>
          <p:cNvSpPr/>
          <p:nvPr/>
        </p:nvSpPr>
        <p:spPr>
          <a:xfrm>
            <a:off x="1450199" y="1747077"/>
            <a:ext cx="6065339" cy="3166724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4C7F53-DE73-D433-7702-FD57D2B00977}"/>
              </a:ext>
            </a:extLst>
          </p:cNvPr>
          <p:cNvGrpSpPr/>
          <p:nvPr/>
        </p:nvGrpSpPr>
        <p:grpSpPr>
          <a:xfrm>
            <a:off x="1647211" y="2235966"/>
            <a:ext cx="576567" cy="358460"/>
            <a:chOff x="2101705" y="3147647"/>
            <a:chExt cx="576567" cy="358460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D7CE8C4-39F4-6AA2-C5A1-B87EAC0542E3}"/>
                </a:ext>
              </a:extLst>
            </p:cNvPr>
            <p:cNvSpPr/>
            <p:nvPr/>
          </p:nvSpPr>
          <p:spPr>
            <a:xfrm rot="5400000">
              <a:off x="2240684" y="3068519"/>
              <a:ext cx="358460" cy="516716"/>
            </a:xfrm>
            <a:prstGeom prst="triangl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417F878-E45F-0043-A889-839314784788}"/>
                </a:ext>
              </a:extLst>
            </p:cNvPr>
            <p:cNvSpPr txBox="1"/>
            <p:nvPr/>
          </p:nvSpPr>
          <p:spPr>
            <a:xfrm>
              <a:off x="2101705" y="3196070"/>
              <a:ext cx="5167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100" dirty="0">
                  <a:solidFill>
                    <a:srgbClr val="231F20"/>
                  </a:solidFill>
                  <a:latin typeface="Arial"/>
                  <a:cs typeface="Arial"/>
                </a:rPr>
                <a:t>bias</a:t>
              </a:r>
            </a:p>
          </p:txBody>
        </p:sp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CAE5823-0050-12F1-734F-45551D108947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655091" y="2415194"/>
            <a:ext cx="1051971" cy="2"/>
          </a:xfrm>
          <a:prstGeom prst="bentConnector3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7300CA4-F504-7AED-40E2-5B2976CBEF2D}"/>
              </a:ext>
            </a:extLst>
          </p:cNvPr>
          <p:cNvSpPr/>
          <p:nvPr/>
        </p:nvSpPr>
        <p:spPr>
          <a:xfrm>
            <a:off x="2599678" y="2323754"/>
            <a:ext cx="182880" cy="18288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+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273A32-767C-15FE-12B1-63A61EBDD5A9}"/>
              </a:ext>
            </a:extLst>
          </p:cNvPr>
          <p:cNvCxnSpPr>
            <a:stCxn id="7" idx="0"/>
            <a:endCxn id="16" idx="2"/>
          </p:cNvCxnSpPr>
          <p:nvPr/>
        </p:nvCxnSpPr>
        <p:spPr>
          <a:xfrm flipV="1">
            <a:off x="2223778" y="2415194"/>
            <a:ext cx="375900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6C29CDA-14D8-BFF8-170E-F16E8EEADA2E}"/>
              </a:ext>
            </a:extLst>
          </p:cNvPr>
          <p:cNvSpPr/>
          <p:nvPr/>
        </p:nvSpPr>
        <p:spPr>
          <a:xfrm>
            <a:off x="3260062" y="2126743"/>
            <a:ext cx="1390537" cy="5769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Plant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D349B0-E654-CF95-F622-22E8094EE4C2}"/>
              </a:ext>
            </a:extLst>
          </p:cNvPr>
          <p:cNvCxnSpPr>
            <a:cxnSpLocks/>
            <a:stCxn id="16" idx="6"/>
            <a:endCxn id="21" idx="1"/>
          </p:cNvCxnSpPr>
          <p:nvPr/>
        </p:nvCxnSpPr>
        <p:spPr>
          <a:xfrm>
            <a:off x="2782558" y="2415194"/>
            <a:ext cx="477504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8460D59-D841-EA8D-B72F-049F56A0F774}"/>
              </a:ext>
            </a:extLst>
          </p:cNvPr>
          <p:cNvSpPr/>
          <p:nvPr/>
        </p:nvSpPr>
        <p:spPr>
          <a:xfrm>
            <a:off x="5351422" y="2323754"/>
            <a:ext cx="182880" cy="18288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09B9AB-98C2-E5E5-6128-94FF12ACF61F}"/>
              </a:ext>
            </a:extLst>
          </p:cNvPr>
          <p:cNvCxnSpPr>
            <a:cxnSpLocks/>
            <a:stCxn id="21" idx="3"/>
            <a:endCxn id="26" idx="2"/>
          </p:cNvCxnSpPr>
          <p:nvPr/>
        </p:nvCxnSpPr>
        <p:spPr>
          <a:xfrm flipV="1">
            <a:off x="4650599" y="2415194"/>
            <a:ext cx="700823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C99AA4-2F80-9B78-7F81-C9E8E44F9EFC}"/>
                  </a:ext>
                </a:extLst>
              </p:cNvPr>
              <p:cNvSpPr txBox="1"/>
              <p:nvPr/>
            </p:nvSpPr>
            <p:spPr>
              <a:xfrm>
                <a:off x="5248258" y="2005152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6C99AA4-2F80-9B78-7F81-C9E8E44F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258" y="2005152"/>
                <a:ext cx="197938" cy="276999"/>
              </a:xfrm>
              <a:prstGeom prst="rect">
                <a:avLst/>
              </a:prstGeom>
              <a:blipFill>
                <a:blip r:embed="rId2"/>
                <a:stretch>
                  <a:fillRect l="-28125" r="-25000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6F1A4A-7FF7-1628-71A4-1D30B84062E4}"/>
                  </a:ext>
                </a:extLst>
              </p:cNvPr>
              <p:cNvSpPr txBox="1"/>
              <p:nvPr/>
            </p:nvSpPr>
            <p:spPr>
              <a:xfrm>
                <a:off x="1102281" y="2097466"/>
                <a:ext cx="2030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𝑢</m:t>
                      </m:r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6F1A4A-7FF7-1628-71A4-1D30B8406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281" y="2097466"/>
                <a:ext cx="203004" cy="276999"/>
              </a:xfrm>
              <a:prstGeom prst="rect">
                <a:avLst/>
              </a:prstGeom>
              <a:blipFill>
                <a:blip r:embed="rId3"/>
                <a:stretch>
                  <a:fillRect l="-15152" r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E6FF3DE-CE1C-EB7E-4A07-466FB2885543}"/>
                  </a:ext>
                </a:extLst>
              </p:cNvPr>
              <p:cNvSpPr/>
              <p:nvPr/>
            </p:nvSpPr>
            <p:spPr>
              <a:xfrm>
                <a:off x="5060465" y="2977660"/>
                <a:ext cx="764793" cy="434963"/>
              </a:xfrm>
              <a:prstGeom prst="round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E6FF3DE-CE1C-EB7E-4A07-466FB2885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465" y="2977660"/>
                <a:ext cx="764793" cy="43496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C968DA-5D5F-E1B2-85A7-A50776A7D55D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442861" y="1327589"/>
            <a:ext cx="1" cy="996165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3E1FA9-F2DC-F75E-3A29-EA3814BFE525}"/>
                  </a:ext>
                </a:extLst>
              </p:cNvPr>
              <p:cNvSpPr txBox="1"/>
              <p:nvPr/>
            </p:nvSpPr>
            <p:spPr>
              <a:xfrm>
                <a:off x="5473600" y="1414299"/>
                <a:ext cx="5416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𝑚𝑒𝑎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F3E1FA9-F2DC-F75E-3A29-EA3814BFE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600" y="1414299"/>
                <a:ext cx="541623" cy="276999"/>
              </a:xfrm>
              <a:prstGeom prst="rect">
                <a:avLst/>
              </a:prstGeom>
              <a:blipFill>
                <a:blip r:embed="rId5"/>
                <a:stretch>
                  <a:fillRect l="-8989" b="-2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C473CB-0DA5-FFE1-7932-A04CC9912ED0}"/>
              </a:ext>
            </a:extLst>
          </p:cNvPr>
          <p:cNvCxnSpPr>
            <a:stCxn id="26" idx="4"/>
            <a:endCxn id="33" idx="0"/>
          </p:cNvCxnSpPr>
          <p:nvPr/>
        </p:nvCxnSpPr>
        <p:spPr>
          <a:xfrm>
            <a:off x="5442862" y="2506634"/>
            <a:ext cx="0" cy="47102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340200-EE3C-7740-4942-8FBA78FDEA52}"/>
                  </a:ext>
                </a:extLst>
              </p:cNvPr>
              <p:cNvSpPr txBox="1"/>
              <p:nvPr/>
            </p:nvSpPr>
            <p:spPr>
              <a:xfrm>
                <a:off x="5241069" y="2444505"/>
                <a:ext cx="1829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340200-EE3C-7740-4942-8FBA78FDE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069" y="2444505"/>
                <a:ext cx="182999" cy="276999"/>
              </a:xfrm>
              <a:prstGeom prst="rect">
                <a:avLst/>
              </a:prstGeom>
              <a:blipFill>
                <a:blip r:embed="rId6"/>
                <a:stretch>
                  <a:fillRect l="-16667" r="-13333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F523D2-AD32-4BF1-7AAB-20375197B76C}"/>
                  </a:ext>
                </a:extLst>
              </p:cNvPr>
              <p:cNvSpPr txBox="1"/>
              <p:nvPr/>
            </p:nvSpPr>
            <p:spPr>
              <a:xfrm>
                <a:off x="3129005" y="4496375"/>
                <a:ext cx="291333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b="0" dirty="0">
                    <a:solidFill>
                      <a:srgbClr val="231F20"/>
                    </a:solidFill>
                    <a:cs typeface="Arial"/>
                  </a:rPr>
                  <a:t>Plant: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6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  <m:r>
                      <a:rPr lang="en-US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𝐴𝑥</m:t>
                    </m:r>
                    <m:r>
                      <a:rPr lang="en-US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en-US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𝐵𝑢</m:t>
                    </m:r>
                  </m:oMath>
                </a14:m>
                <a:r>
                  <a:rPr lang="en-US" sz="1600" dirty="0">
                    <a:solidFill>
                      <a:srgbClr val="231F20"/>
                    </a:solidFill>
                    <a:latin typeface="Arial"/>
                    <a:cs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𝑦</m:t>
                    </m:r>
                    <m:r>
                      <a:rPr lang="en-US" sz="16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16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𝐶𝑥</m:t>
                    </m:r>
                  </m:oMath>
                </a14:m>
                <a:endParaRPr lang="en-US" sz="1600" dirty="0">
                  <a:solidFill>
                    <a:srgbClr val="231F20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BF523D2-AD32-4BF1-7AAB-20375197B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005" y="4496375"/>
                <a:ext cx="2913331" cy="246221"/>
              </a:xfrm>
              <a:prstGeom prst="rect">
                <a:avLst/>
              </a:prstGeom>
              <a:blipFill>
                <a:blip r:embed="rId7"/>
                <a:stretch>
                  <a:fillRect t="-275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ACC6E9F-230B-609E-B425-25A57D889524}"/>
              </a:ext>
            </a:extLst>
          </p:cNvPr>
          <p:cNvCxnSpPr/>
          <p:nvPr/>
        </p:nvCxnSpPr>
        <p:spPr>
          <a:xfrm>
            <a:off x="1728706" y="4318631"/>
            <a:ext cx="549736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8101D5-00F7-5EEC-8980-26BC690154FB}"/>
                  </a:ext>
                </a:extLst>
              </p:cNvPr>
              <p:cNvSpPr txBox="1"/>
              <p:nvPr/>
            </p:nvSpPr>
            <p:spPr>
              <a:xfrm>
                <a:off x="1864066" y="5193948"/>
                <a:ext cx="597596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231F20"/>
                    </a:solidFill>
                    <a:latin typeface="Arial"/>
                    <a:cs typeface="Arial"/>
                  </a:rPr>
                  <a:t>The objective of state observer is dedicated to </a:t>
                </a:r>
                <a:r>
                  <a:rPr lang="en-US" sz="140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stabilize </a:t>
                </a:r>
                <a14:m>
                  <m:oMath xmlns:m="http://schemas.openxmlformats.org/officeDocument/2006/math">
                    <m:r>
                      <a:rPr lang="en-US" sz="1400" b="0" i="1" u="sng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𝐴</m:t>
                    </m:r>
                    <m:r>
                      <a:rPr lang="en-US" sz="1400" b="0" i="1" u="sng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en-US" sz="1400" b="0" i="1" u="sng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𝐿𝐶</m:t>
                    </m:r>
                  </m:oMath>
                </a14:m>
                <a:r>
                  <a:rPr lang="en-US" sz="1400" dirty="0">
                    <a:solidFill>
                      <a:srgbClr val="231F20"/>
                    </a:solidFill>
                    <a:latin typeface="Arial"/>
                    <a:cs typeface="Arial"/>
                  </a:rPr>
                  <a:t> by optimizing </a:t>
                </a:r>
                <a:r>
                  <a:rPr lang="en-US" sz="140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update strategy for error gain</a:t>
                </a:r>
                <a:r>
                  <a:rPr lang="en-US" sz="1400" dirty="0">
                    <a:solidFill>
                      <a:srgbClr val="231F20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𝐿</m:t>
                    </m:r>
                  </m:oMath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8101D5-00F7-5EEC-8980-26BC69015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066" y="5193948"/>
                <a:ext cx="5975967" cy="523220"/>
              </a:xfrm>
              <a:prstGeom prst="rect">
                <a:avLst/>
              </a:prstGeom>
              <a:blipFill>
                <a:blip r:embed="rId8"/>
                <a:stretch>
                  <a:fillRect l="-306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CDAAD28-D458-46A6-142C-5ACD3CED6AE7}"/>
              </a:ext>
            </a:extLst>
          </p:cNvPr>
          <p:cNvCxnSpPr>
            <a:stCxn id="21" idx="2"/>
            <a:endCxn id="33" idx="1"/>
          </p:cNvCxnSpPr>
          <p:nvPr/>
        </p:nvCxnSpPr>
        <p:spPr>
          <a:xfrm rot="16200000" flipH="1">
            <a:off x="4262152" y="2396828"/>
            <a:ext cx="491493" cy="1105134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7D9398F-C886-2402-9B98-C1409A670111}"/>
                  </a:ext>
                </a:extLst>
              </p:cNvPr>
              <p:cNvSpPr txBox="1"/>
              <p:nvPr/>
            </p:nvSpPr>
            <p:spPr>
              <a:xfrm>
                <a:off x="4019378" y="2912715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7D9398F-C886-2402-9B98-C1409A670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78" y="2912715"/>
                <a:ext cx="194540" cy="276999"/>
              </a:xfrm>
              <a:prstGeom prst="rect">
                <a:avLst/>
              </a:prstGeom>
              <a:blipFill>
                <a:blip r:embed="rId9"/>
                <a:stretch>
                  <a:fillRect l="-15625" r="-9375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696C5CD-2FA5-82AC-6702-FDC466960C5E}"/>
              </a:ext>
            </a:extLst>
          </p:cNvPr>
          <p:cNvCxnSpPr>
            <a:stCxn id="33" idx="2"/>
            <a:endCxn id="16" idx="2"/>
          </p:cNvCxnSpPr>
          <p:nvPr/>
        </p:nvCxnSpPr>
        <p:spPr>
          <a:xfrm rot="5400000" flipH="1">
            <a:off x="3613995" y="1583757"/>
            <a:ext cx="905989" cy="2751744"/>
          </a:xfrm>
          <a:prstGeom prst="bentConnector3">
            <a:avLst>
              <a:gd name="adj1" fmla="val -44343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BD99FF8-13EB-1067-774F-4A491CD39619}"/>
              </a:ext>
            </a:extLst>
          </p:cNvPr>
          <p:cNvSpPr/>
          <p:nvPr/>
        </p:nvSpPr>
        <p:spPr>
          <a:xfrm>
            <a:off x="6288001" y="2977661"/>
            <a:ext cx="764793" cy="434963"/>
          </a:xfrm>
          <a:prstGeom prst="roundRect">
            <a:avLst/>
          </a:prstGeom>
          <a:ln w="28575">
            <a:solidFill>
              <a:srgbClr val="C0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Gain update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9B723A5-2395-D663-D3AA-6D219FC50FCC}"/>
              </a:ext>
            </a:extLst>
          </p:cNvPr>
          <p:cNvCxnSpPr>
            <a:stCxn id="33" idx="3"/>
            <a:endCxn id="57" idx="1"/>
          </p:cNvCxnSpPr>
          <p:nvPr/>
        </p:nvCxnSpPr>
        <p:spPr>
          <a:xfrm>
            <a:off x="5825258" y="3195142"/>
            <a:ext cx="462743" cy="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B9DF229-C337-5640-4C25-7A8156E22AE2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3955330" y="1327589"/>
            <a:ext cx="1" cy="799154"/>
          </a:xfrm>
          <a:prstGeom prst="straightConnector1">
            <a:avLst/>
          </a:prstGeom>
          <a:ln w="9525">
            <a:headEnd type="oval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358747D-97A3-C314-C51F-08F62F74F2E8}"/>
                  </a:ext>
                </a:extLst>
              </p:cNvPr>
              <p:cNvSpPr txBox="1"/>
              <p:nvPr/>
            </p:nvSpPr>
            <p:spPr>
              <a:xfrm>
                <a:off x="3716209" y="1454883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358747D-97A3-C314-C51F-08F62F74F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09" y="1454883"/>
                <a:ext cx="194540" cy="276999"/>
              </a:xfrm>
              <a:prstGeom prst="rect">
                <a:avLst/>
              </a:prstGeom>
              <a:blipFill>
                <a:blip r:embed="rId10"/>
                <a:stretch>
                  <a:fillRect l="-15625" t="-24444" r="-75000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DBAF9B-ABCC-52C3-94C1-A6D3D54C5951}"/>
                  </a:ext>
                </a:extLst>
              </p:cNvPr>
              <p:cNvSpPr txBox="1"/>
              <p:nvPr/>
            </p:nvSpPr>
            <p:spPr>
              <a:xfrm>
                <a:off x="5363513" y="2314371"/>
                <a:ext cx="15869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</m:oMath>
                  </m:oMathPara>
                </a14:m>
                <a:endParaRPr lang="en-US" sz="1200" b="1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DBAF9B-ABCC-52C3-94C1-A6D3D54C5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513" y="2314371"/>
                <a:ext cx="158698" cy="184666"/>
              </a:xfrm>
              <a:prstGeom prst="rect">
                <a:avLst/>
              </a:prstGeom>
              <a:blipFill>
                <a:blip r:embed="rId11"/>
                <a:stretch>
                  <a:fillRect l="-3846" r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64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D0FC56-9787-BAD9-69B9-B2087477AE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4798" y="237828"/>
            <a:ext cx="3741365" cy="528350"/>
          </a:xfrm>
        </p:spPr>
        <p:txBody>
          <a:bodyPr/>
          <a:lstStyle/>
          <a:p>
            <a:r>
              <a:rPr lang="en-US" dirty="0"/>
              <a:t>State observer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AFE1F-BB1C-DEC4-CB88-5F6F0B78A7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90434" y="1811872"/>
            <a:ext cx="1872276" cy="109523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When?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Where?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How?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8BE9E64-41EB-7FDB-697D-3DD905A420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4378F4-5881-142C-B585-DE56E56418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5F117-4DDE-A34E-9821-5C001DC73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89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823E7C-B236-CF90-24BC-92F4C79622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State observer – problem formulation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685D25-1A84-3EC5-09A3-20E36F942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664CC74-00CF-7CCD-4F5F-F1F0D2F06778}"/>
                  </a:ext>
                </a:extLst>
              </p:cNvPr>
              <p:cNvSpPr txBox="1">
                <a:spLocks noGrp="1"/>
              </p:cNvSpPr>
              <p:nvPr>
                <p:ph type="body" sz="quarter" idx="24"/>
              </p:nvPr>
            </p:nvSpPr>
            <p:spPr>
              <a:xfrm>
                <a:off x="3882624" y="1403727"/>
                <a:ext cx="514885" cy="166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𝐴𝑥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1664CC74-00CF-7CCD-4F5F-F1F0D2F0677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3882624" y="1403727"/>
                <a:ext cx="514885" cy="166199"/>
              </a:xfrm>
              <a:prstGeom prst="rect">
                <a:avLst/>
              </a:prstGeom>
              <a:blipFill>
                <a:blip r:embed="rId2"/>
                <a:stretch>
                  <a:fillRect l="-3571" t="-10714" r="-595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71031CD-F496-55C4-9285-ABB7DAB2FF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7213" y="1700278"/>
                <a:ext cx="511229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𝐶</m:t>
                      </m:r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71031CD-F496-55C4-9285-ABB7DAB2F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13" y="1700278"/>
                <a:ext cx="511229" cy="166199"/>
              </a:xfrm>
              <a:prstGeom prst="rect">
                <a:avLst/>
              </a:prstGeom>
              <a:blipFill>
                <a:blip r:embed="rId3"/>
                <a:stretch>
                  <a:fillRect l="-5952" t="-3704" r="-2381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C4D0EF5-48D3-F72A-545C-D10BA4541BC3}"/>
              </a:ext>
            </a:extLst>
          </p:cNvPr>
          <p:cNvSpPr txBox="1"/>
          <p:nvPr/>
        </p:nvSpPr>
        <p:spPr>
          <a:xfrm>
            <a:off x="1806768" y="1152578"/>
            <a:ext cx="2116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Define a dynamic system: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E19335-E553-BCA6-2F59-9E31D35745C5}"/>
                  </a:ext>
                </a:extLst>
              </p:cNvPr>
              <p:cNvSpPr txBox="1"/>
              <p:nvPr/>
            </p:nvSpPr>
            <p:spPr>
              <a:xfrm>
                <a:off x="1806767" y="2024595"/>
                <a:ext cx="47884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231F20"/>
                    </a:solidFill>
                    <a:latin typeface="Arial"/>
                    <a:cs typeface="Arial"/>
                  </a:rPr>
                  <a:t>Assign the notation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dirty="0">
                    <a:solidFill>
                      <a:srgbClr val="231F20"/>
                    </a:solidFill>
                    <a:latin typeface="Arial"/>
                    <a:cs typeface="Arial"/>
                  </a:rPr>
                  <a:t> to denote the state variable of the observer, which needs to be calibrated by observation error: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E19335-E553-BCA6-2F59-9E31D3574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767" y="2024595"/>
                <a:ext cx="4788428" cy="461665"/>
              </a:xfrm>
              <a:prstGeom prst="rect">
                <a:avLst/>
              </a:prstGeom>
              <a:blipFill>
                <a:blip r:embed="rId4"/>
                <a:stretch>
                  <a:fillRect t="-1316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D62A38E6-665A-7958-C8CF-E9A6D3367964}"/>
              </a:ext>
            </a:extLst>
          </p:cNvPr>
          <p:cNvSpPr/>
          <p:nvPr/>
        </p:nvSpPr>
        <p:spPr>
          <a:xfrm>
            <a:off x="3738290" y="1452426"/>
            <a:ext cx="113623" cy="403229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DEF03624-E16D-3586-9630-AD751EC6C8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82624" y="2525893"/>
                <a:ext cx="1274901" cy="176651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DEF03624-E16D-3586-9630-AD751EC6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624" y="2525893"/>
                <a:ext cx="1274901" cy="176651"/>
              </a:xfrm>
              <a:prstGeom prst="rect">
                <a:avLst/>
              </a:prstGeom>
              <a:blipFill>
                <a:blip r:embed="rId5"/>
                <a:stretch>
                  <a:fillRect l="-1435" t="-24138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0FB7D3F3-A13D-A933-3180-0136541929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7213" y="2822444"/>
                <a:ext cx="517962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acc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𝐶</m:t>
                      </m:r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Text Placeholder 4">
                <a:extLst>
                  <a:ext uri="{FF2B5EF4-FFF2-40B4-BE49-F238E27FC236}">
                    <a16:creationId xmlns:a16="http://schemas.microsoft.com/office/drawing/2014/main" id="{0FB7D3F3-A13D-A933-3180-013654192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213" y="2822444"/>
                <a:ext cx="517962" cy="166199"/>
              </a:xfrm>
              <a:prstGeom prst="rect">
                <a:avLst/>
              </a:prstGeom>
              <a:blipFill>
                <a:blip r:embed="rId6"/>
                <a:stretch>
                  <a:fillRect l="-5882" t="-33333" r="-47059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3FE162A7-D16A-EE84-0894-8920BB5C1A4A}"/>
              </a:ext>
            </a:extLst>
          </p:cNvPr>
          <p:cNvSpPr/>
          <p:nvPr/>
        </p:nvSpPr>
        <p:spPr>
          <a:xfrm>
            <a:off x="3738290" y="2574592"/>
            <a:ext cx="113623" cy="403229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FEA726-666C-3742-12A6-15250AC8D0E4}"/>
                  </a:ext>
                </a:extLst>
              </p:cNvPr>
              <p:cNvSpPr txBox="1"/>
              <p:nvPr/>
            </p:nvSpPr>
            <p:spPr>
              <a:xfrm>
                <a:off x="2750791" y="3545141"/>
                <a:ext cx="3538566" cy="33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i="0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→</m:t>
                              </m:r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𝑒</m:t>
                          </m:r>
                        </m:e>
                      </m:func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0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 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FEA726-666C-3742-12A6-15250AC8D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91" y="3545141"/>
                <a:ext cx="3538566" cy="332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95EAE51-2B6B-A488-28B1-07518F493C61}"/>
              </a:ext>
            </a:extLst>
          </p:cNvPr>
          <p:cNvSpPr txBox="1"/>
          <p:nvPr/>
        </p:nvSpPr>
        <p:spPr>
          <a:xfrm>
            <a:off x="1806767" y="3099687"/>
            <a:ext cx="47884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lang="en-US" sz="1200" dirty="0">
                <a:solidFill>
                  <a:srgbClr val="FF0000"/>
                </a:solidFill>
                <a:latin typeface="Arial"/>
                <a:cs typeface="Arial"/>
              </a:rPr>
              <a:t>objective</a:t>
            </a: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 of the state variables is </a:t>
            </a:r>
            <a:r>
              <a:rPr lang="en-US" sz="1200" dirty="0">
                <a:solidFill>
                  <a:srgbClr val="FF0000"/>
                </a:solidFill>
                <a:latin typeface="Arial"/>
                <a:cs typeface="Arial"/>
              </a:rPr>
              <a:t>minimizing the error </a:t>
            </a: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between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FF89E8-A0BD-1C1F-035F-BECE790FA178}"/>
              </a:ext>
            </a:extLst>
          </p:cNvPr>
          <p:cNvSpPr txBox="1"/>
          <p:nvPr/>
        </p:nvSpPr>
        <p:spPr>
          <a:xfrm>
            <a:off x="1806768" y="3976703"/>
            <a:ext cx="4574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Then implies: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A9B770-7A0B-DE05-9AC9-489A10B677D1}"/>
                  </a:ext>
                </a:extLst>
              </p:cNvPr>
              <p:cNvSpPr txBox="1"/>
              <p:nvPr/>
            </p:nvSpPr>
            <p:spPr>
              <a:xfrm>
                <a:off x="1806768" y="4228355"/>
                <a:ext cx="4835171" cy="33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2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200" i="0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→</m:t>
                              </m:r>
                              <m:r>
                                <a:rPr lang="en-US" sz="12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0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5A9B770-7A0B-DE05-9AC9-489A10B67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768" y="4228355"/>
                <a:ext cx="4835171" cy="3327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B1CAB6-612A-6257-26B1-A48672C4F790}"/>
                  </a:ext>
                </a:extLst>
              </p:cNvPr>
              <p:cNvSpPr txBox="1"/>
              <p:nvPr/>
            </p:nvSpPr>
            <p:spPr>
              <a:xfrm>
                <a:off x="2980880" y="4885472"/>
                <a:ext cx="3308477" cy="1235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𝐴𝑥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𝐴𝑥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𝑒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𝐴𝑒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𝐶𝑥</m:t>
                          </m:r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𝐶</m:t>
                          </m:r>
                          <m:acc>
                            <m:accPr>
                              <m:chr m:val="̂"/>
                              <m:ctrlP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𝑒</m:t>
                          </m:r>
                        </m:e>
                      </m:acc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𝐴𝑒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𝐶</m:t>
                      </m:r>
                      <m:r>
                        <a:rPr lang="en-US" sz="120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𝑒</m:t>
                          </m:r>
                        </m:e>
                      </m:acc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𝐿𝐶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EB1CAB6-612A-6257-26B1-A48672C4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880" y="4885472"/>
                <a:ext cx="3308477" cy="1235146"/>
              </a:xfrm>
              <a:prstGeom prst="rect">
                <a:avLst/>
              </a:prstGeom>
              <a:blipFill>
                <a:blip r:embed="rId9"/>
                <a:stretch>
                  <a:fillRect b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7448AAEB-0E1D-38AA-8D2E-4F644F4F1A52}"/>
              </a:ext>
            </a:extLst>
          </p:cNvPr>
          <p:cNvSpPr txBox="1"/>
          <p:nvPr/>
        </p:nvSpPr>
        <p:spPr>
          <a:xfrm>
            <a:off x="1806767" y="4608473"/>
            <a:ext cx="45747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This equation yields: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A1C95D-F8AB-4370-C3C8-D5031BFF4A9C}"/>
              </a:ext>
            </a:extLst>
          </p:cNvPr>
          <p:cNvSpPr txBox="1"/>
          <p:nvPr/>
        </p:nvSpPr>
        <p:spPr>
          <a:xfrm>
            <a:off x="4855237" y="1498416"/>
            <a:ext cx="152623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C00000"/>
                </a:solidFill>
                <a:latin typeface="Arial"/>
                <a:cs typeface="Arial"/>
              </a:rPr>
              <a:t>State transition matrix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1AC5E3-2C95-97B0-8989-4F65161E3D44}"/>
              </a:ext>
            </a:extLst>
          </p:cNvPr>
          <p:cNvSpPr/>
          <p:nvPr/>
        </p:nvSpPr>
        <p:spPr>
          <a:xfrm>
            <a:off x="4150888" y="1387499"/>
            <a:ext cx="182880" cy="182880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F1D8549-1239-1CF2-B3A2-2300BD0E7E24}"/>
              </a:ext>
            </a:extLst>
          </p:cNvPr>
          <p:cNvSpPr/>
          <p:nvPr/>
        </p:nvSpPr>
        <p:spPr>
          <a:xfrm>
            <a:off x="4150888" y="1691937"/>
            <a:ext cx="182880" cy="182880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B98C5E7-537E-E8A8-2A68-BB091366A0B4}"/>
              </a:ext>
            </a:extLst>
          </p:cNvPr>
          <p:cNvCxnSpPr>
            <a:cxnSpLocks/>
            <a:stCxn id="24" idx="0"/>
            <a:endCxn id="23" idx="0"/>
          </p:cNvCxnSpPr>
          <p:nvPr/>
        </p:nvCxnSpPr>
        <p:spPr>
          <a:xfrm rot="16200000" flipH="1">
            <a:off x="4874882" y="754944"/>
            <a:ext cx="110917" cy="1376026"/>
          </a:xfrm>
          <a:prstGeom prst="bentConnector3">
            <a:avLst>
              <a:gd name="adj1" fmla="val -98781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A26E495-EFCB-436B-8591-F2961567BCEB}"/>
              </a:ext>
            </a:extLst>
          </p:cNvPr>
          <p:cNvCxnSpPr>
            <a:cxnSpLocks/>
            <a:stCxn id="25" idx="4"/>
            <a:endCxn id="23" idx="2"/>
          </p:cNvCxnSpPr>
          <p:nvPr/>
        </p:nvCxnSpPr>
        <p:spPr>
          <a:xfrm rot="5400000" flipH="1" flipV="1">
            <a:off x="4865251" y="1121714"/>
            <a:ext cx="130180" cy="1376026"/>
          </a:xfrm>
          <a:prstGeom prst="bentConnector3">
            <a:avLst>
              <a:gd name="adj1" fmla="val -75852"/>
            </a:avLst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76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D8A551-A18A-0448-2FAF-8F06047B32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State observer – problem formulation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A2A8F2-10F8-61EC-6756-733C8BA06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87DE6-9CD4-BF73-F017-76CED195E571}"/>
                  </a:ext>
                </a:extLst>
              </p:cNvPr>
              <p:cNvSpPr txBox="1"/>
              <p:nvPr/>
            </p:nvSpPr>
            <p:spPr>
              <a:xfrm>
                <a:off x="786408" y="990613"/>
                <a:ext cx="71780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This problem is transformed into </a:t>
                </a:r>
                <a:r>
                  <a:rPr lang="en-US" sz="1200" dirty="0">
                    <a:solidFill>
                      <a:srgbClr val="C00000"/>
                    </a:solidFill>
                  </a:rPr>
                  <a:t>finding an optimization scheme for the matrix 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/>
                      </a:rPr>
                      <m:t>𝐴</m:t>
                    </m:r>
                    <m:r>
                      <a:rPr 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/>
                      </a:rPr>
                      <m:t>𝐿𝐶</m:t>
                    </m:r>
                    <m:r>
                      <a:rPr 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Arial"/>
                      </a:rPr>
                      <m:t>) </m:t>
                    </m:r>
                  </m:oMath>
                </a14:m>
                <a:r>
                  <a:rPr lang="en-US" sz="1200" dirty="0"/>
                  <a:t>such that the </a:t>
                </a:r>
                <a:r>
                  <a:rPr lang="en-US" sz="1200" dirty="0">
                    <a:solidFill>
                      <a:srgbClr val="C00000"/>
                    </a:solidFill>
                  </a:rPr>
                  <a:t>estimation error </a:t>
                </a:r>
                <a14:m>
                  <m:oMath xmlns:m="http://schemas.openxmlformats.org/officeDocument/2006/math">
                    <m:r>
                      <a:rPr lang="en-US" sz="1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rgbClr val="C00000"/>
                    </a:solidFill>
                  </a:rPr>
                  <a:t>converges within a finite number of time steps</a:t>
                </a:r>
                <a:r>
                  <a:rPr lang="en-US" sz="1200" dirty="0"/>
                  <a:t>:</a:t>
                </a:r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E87DE6-9CD4-BF73-F017-76CED195E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08" y="990613"/>
                <a:ext cx="7178070" cy="461665"/>
              </a:xfrm>
              <a:prstGeom prst="rect">
                <a:avLst/>
              </a:prstGeom>
              <a:blipFill>
                <a:blip r:embed="rId2"/>
                <a:stretch>
                  <a:fillRect t="-2667"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AD4A1-345E-4431-497B-9B50DE3EA9BD}"/>
                  </a:ext>
                </a:extLst>
              </p:cNvPr>
              <p:cNvSpPr txBox="1"/>
              <p:nvPr/>
            </p:nvSpPr>
            <p:spPr>
              <a:xfrm>
                <a:off x="3788719" y="3334255"/>
                <a:ext cx="259119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cs typeface="Arial"/>
                            </a:rPr>
                            <m:t>𝑒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=(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𝐿𝐶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AD4A1-345E-4431-497B-9B50DE3EA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719" y="3334255"/>
                <a:ext cx="2591190" cy="30777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41CF7EF-90B7-6798-FB69-295A30D3083A}"/>
              </a:ext>
            </a:extLst>
          </p:cNvPr>
          <p:cNvSpPr txBox="1"/>
          <p:nvPr/>
        </p:nvSpPr>
        <p:spPr>
          <a:xfrm>
            <a:off x="3759714" y="4035032"/>
            <a:ext cx="27728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rgbClr val="231F20"/>
                </a:solidFill>
                <a:latin typeface="Arial"/>
                <a:cs typeface="Arial"/>
              </a:rPr>
              <a:t>Exponential stability</a:t>
            </a:r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: Fast convergency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E5A91A6-3E9B-E68B-7270-FB9E831D6140}"/>
              </a:ext>
            </a:extLst>
          </p:cNvPr>
          <p:cNvSpPr/>
          <p:nvPr/>
        </p:nvSpPr>
        <p:spPr>
          <a:xfrm flipV="1">
            <a:off x="5051335" y="4326874"/>
            <a:ext cx="190727" cy="301529"/>
          </a:xfrm>
          <a:prstGeom prst="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0C4B9-3C32-6B8B-4027-13BE875F9FCF}"/>
              </a:ext>
            </a:extLst>
          </p:cNvPr>
          <p:cNvSpPr txBox="1"/>
          <p:nvPr/>
        </p:nvSpPr>
        <p:spPr>
          <a:xfrm>
            <a:off x="3889696" y="4652710"/>
            <a:ext cx="25140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>
                <a:solidFill>
                  <a:srgbClr val="231F20"/>
                </a:solidFill>
                <a:latin typeface="Arial"/>
                <a:cs typeface="Arial"/>
              </a:rPr>
              <a:t>Hurwitz</a:t>
            </a:r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: all eigenvalues far into LHP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E98B60F3-76ED-568B-D20E-2163445B4E50}"/>
              </a:ext>
            </a:extLst>
          </p:cNvPr>
          <p:cNvSpPr/>
          <p:nvPr/>
        </p:nvSpPr>
        <p:spPr>
          <a:xfrm flipV="1">
            <a:off x="5051334" y="3709480"/>
            <a:ext cx="190727" cy="301529"/>
          </a:xfrm>
          <a:prstGeom prst="down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CF5E5CC9-1B7B-C1C2-23C0-ED4FB6C7D092}"/>
              </a:ext>
            </a:extLst>
          </p:cNvPr>
          <p:cNvSpPr/>
          <p:nvPr/>
        </p:nvSpPr>
        <p:spPr>
          <a:xfrm>
            <a:off x="5051336" y="5008423"/>
            <a:ext cx="190726" cy="335461"/>
          </a:xfrm>
          <a:prstGeom prst="up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8FAE83-D22D-562A-516C-7C5674997E61}"/>
                  </a:ext>
                </a:extLst>
              </p:cNvPr>
              <p:cNvSpPr txBox="1"/>
              <p:nvPr/>
            </p:nvSpPr>
            <p:spPr>
              <a:xfrm>
                <a:off x="3759714" y="5396834"/>
                <a:ext cx="277282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231F20"/>
                    </a:solidFill>
                    <a:cs typeface="Arial"/>
                  </a:rPr>
                  <a:t>Lyapunov equation</a:t>
                </a:r>
                <a:r>
                  <a:rPr lang="en-US" sz="1050" b="0" dirty="0">
                    <a:solidFill>
                      <a:srgbClr val="231F20"/>
                    </a:solidFill>
                    <a:cs typeface="Arial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</m:e>
                      <m:sup>
                        <m: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p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𝑃𝐴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𝑄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0</m:t>
                    </m:r>
                  </m:oMath>
                </a14:m>
                <a:endParaRPr lang="en-US" sz="105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8FAE83-D22D-562A-516C-7C5674997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714" y="5396834"/>
                <a:ext cx="2772824" cy="253916"/>
              </a:xfrm>
              <a:prstGeom prst="rect">
                <a:avLst/>
              </a:prstGeom>
              <a:blipFill>
                <a:blip r:embed="rId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2CE481C-B2AB-CA64-B5A5-FC0047FB6EB4}"/>
              </a:ext>
            </a:extLst>
          </p:cNvPr>
          <p:cNvSpPr txBox="1"/>
          <p:nvPr/>
        </p:nvSpPr>
        <p:spPr>
          <a:xfrm>
            <a:off x="2858774" y="2756096"/>
            <a:ext cx="4574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rgbClr val="231F20"/>
                </a:solidFill>
                <a:latin typeface="Arial"/>
                <a:cs typeface="Arial"/>
              </a:rPr>
              <a:t>Observability: </a:t>
            </a:r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Whether the system can be observed  </a:t>
            </a:r>
            <a:endParaRPr lang="en-US" sz="1050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5401D3C-925D-7547-17D9-868D440B3A63}"/>
              </a:ext>
            </a:extLst>
          </p:cNvPr>
          <p:cNvSpPr/>
          <p:nvPr/>
        </p:nvSpPr>
        <p:spPr>
          <a:xfrm flipV="1">
            <a:off x="5050762" y="3044189"/>
            <a:ext cx="190727" cy="301529"/>
          </a:xfrm>
          <a:prstGeom prst="down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017E85EF-3A94-F9BF-E907-0F2CE2458D3A}"/>
              </a:ext>
            </a:extLst>
          </p:cNvPr>
          <p:cNvSpPr/>
          <p:nvPr/>
        </p:nvSpPr>
        <p:spPr>
          <a:xfrm flipV="1">
            <a:off x="5050761" y="2450829"/>
            <a:ext cx="190727" cy="301529"/>
          </a:xfrm>
          <a:prstGeom prst="down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8AE83A-9FD3-948A-B5F2-EDB2031E6793}"/>
                  </a:ext>
                </a:extLst>
              </p:cNvPr>
              <p:cNvSpPr txBox="1"/>
              <p:nvPr/>
            </p:nvSpPr>
            <p:spPr>
              <a:xfrm>
                <a:off x="4495849" y="2185096"/>
                <a:ext cx="1300549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𝑂</m:t>
                    </m:r>
                    <m:d>
                      <m:dPr>
                        <m:ctrlP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𝐴</m:t>
                        </m:r>
                        <m: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sz="105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1050" dirty="0">
                    <a:solidFill>
                      <a:srgbClr val="231F20"/>
                    </a:solidFill>
                    <a:latin typeface="Arial"/>
                    <a:cs typeface="Arial"/>
                  </a:rPr>
                  <a:t> is nonsingular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8AE83A-9FD3-948A-B5F2-EDB2031E6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49" y="2185096"/>
                <a:ext cx="1300549" cy="161583"/>
              </a:xfrm>
              <a:prstGeom prst="rect">
                <a:avLst/>
              </a:prstGeom>
              <a:blipFill>
                <a:blip r:embed="rId5"/>
                <a:stretch>
                  <a:fillRect l="-3756" t="-25926" r="-3286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eft Brace 21">
            <a:extLst>
              <a:ext uri="{FF2B5EF4-FFF2-40B4-BE49-F238E27FC236}">
                <a16:creationId xmlns:a16="http://schemas.microsoft.com/office/drawing/2014/main" id="{39FB490C-2636-8725-98F8-10B2AB205B00}"/>
              </a:ext>
            </a:extLst>
          </p:cNvPr>
          <p:cNvSpPr/>
          <p:nvPr/>
        </p:nvSpPr>
        <p:spPr>
          <a:xfrm>
            <a:off x="3288321" y="2139597"/>
            <a:ext cx="190727" cy="76290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BB28E1-36FA-EF4E-1912-AD0C4093E680}"/>
              </a:ext>
            </a:extLst>
          </p:cNvPr>
          <p:cNvSpPr txBox="1"/>
          <p:nvPr/>
        </p:nvSpPr>
        <p:spPr>
          <a:xfrm>
            <a:off x="2068115" y="2376765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Observability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CE1D0D82-DE65-9697-B393-699EA1F1E0CB}"/>
              </a:ext>
            </a:extLst>
          </p:cNvPr>
          <p:cNvSpPr/>
          <p:nvPr/>
        </p:nvSpPr>
        <p:spPr>
          <a:xfrm>
            <a:off x="3288321" y="3468591"/>
            <a:ext cx="190727" cy="209594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EF8E30-875D-536E-1B26-378184FA7E36}"/>
              </a:ext>
            </a:extLst>
          </p:cNvPr>
          <p:cNvSpPr txBox="1"/>
          <p:nvPr/>
        </p:nvSpPr>
        <p:spPr>
          <a:xfrm>
            <a:off x="2269954" y="4368325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Stability</a:t>
            </a:r>
          </a:p>
        </p:txBody>
      </p:sp>
    </p:spTree>
    <p:extLst>
      <p:ext uri="{BB962C8B-B14F-4D97-AF65-F5344CB8AC3E}">
        <p14:creationId xmlns:p14="http://schemas.microsoft.com/office/powerpoint/2010/main" val="2270323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BA53B3-80F0-A9DC-A72E-3012EE0029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Observability – definition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454BC-E289-D3F6-F397-CD8757FEE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4E1E3CC-0635-936D-6EAE-0490FF057881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1477688" y="1806636"/>
                <a:ext cx="5854765" cy="2610088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en-US" sz="1400" dirty="0"/>
                  <a:t>If, for a linear system (*), there exists a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such that, based on the measured output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400" dirty="0"/>
                  <a:t> over the finite time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400" dirty="0"/>
                  <a:t>, </a:t>
                </a:r>
                <a:r>
                  <a:rPr lang="en-US" sz="1400" dirty="0"/>
                  <a:t>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of the system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can be uniquely determined, then this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is said to be </a:t>
                </a:r>
                <a:r>
                  <a:rPr lang="en-US" sz="1400" i="1" dirty="0"/>
                  <a:t>observable</a:t>
                </a:r>
                <a:r>
                  <a:rPr lang="en-US" sz="1400" dirty="0"/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400" dirty="0"/>
                  <a:t>.</a:t>
                </a:r>
                <a:endParaRPr lang="en-US" sz="1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br>
                  <a:rPr lang="ar-AE" sz="1400" dirty="0"/>
                </a:br>
                <a:r>
                  <a:rPr lang="en-US" sz="1400" dirty="0"/>
                  <a:t>If all initial states of the system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 are observable, then the system is said to be </a:t>
                </a:r>
                <a:r>
                  <a:rPr lang="en-US" sz="1400" i="1" dirty="0"/>
                  <a:t>completely observable</a:t>
                </a:r>
                <a:r>
                  <a:rPr lang="en-US" sz="1400" dirty="0"/>
                  <a:t>, or simply </a:t>
                </a:r>
                <a:r>
                  <a:rPr lang="en-US" sz="1400" i="1" dirty="0"/>
                  <a:t>observable</a:t>
                </a:r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4E1E3CC-0635-936D-6EAE-0490FF057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1477688" y="1806636"/>
                <a:ext cx="5854765" cy="2610088"/>
              </a:xfrm>
              <a:blipFill>
                <a:blip r:embed="rId2"/>
                <a:stretch>
                  <a:fillRect l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28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599032-47B1-F634-6CB7-A12D6DED23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Observability – Linear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B0696-C2C2-C2AA-735A-2EDB1F8CD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noProof="0" smtClean="0"/>
              <a:pPr/>
              <a:t>8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3E5ECC7-E2F1-CA7D-26A2-801DA2090B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7461" y="1659330"/>
                <a:ext cx="514885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𝐴𝑥</m:t>
                      </m:r>
                    </m:oMath>
                  </m:oMathPara>
                </a14:m>
                <a:endParaRPr lang="en-US" sz="12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3E5ECC7-E2F1-CA7D-26A2-801DA209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461" y="1659330"/>
                <a:ext cx="514885" cy="166199"/>
              </a:xfrm>
              <a:prstGeom prst="rect">
                <a:avLst/>
              </a:prstGeom>
              <a:blipFill>
                <a:blip r:embed="rId2"/>
                <a:stretch>
                  <a:fillRect l="-2353" t="-11111" r="-470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54643997-F996-EAD6-B827-1FC565CE41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2050" y="1955881"/>
                <a:ext cx="511229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𝐶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</m:oMath>
                  </m:oMathPara>
                </a14:m>
                <a:endParaRPr lang="en-US" sz="12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54643997-F996-EAD6-B827-1FC565CE4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050" y="1955881"/>
                <a:ext cx="511229" cy="166199"/>
              </a:xfrm>
              <a:prstGeom prst="rect">
                <a:avLst/>
              </a:prstGeom>
              <a:blipFill>
                <a:blip r:embed="rId3"/>
                <a:stretch>
                  <a:fillRect l="-5952" t="-3704" r="-2381" b="-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545E2D0C-7339-242E-299F-AB4B401A1B4B}"/>
              </a:ext>
            </a:extLst>
          </p:cNvPr>
          <p:cNvSpPr/>
          <p:nvPr/>
        </p:nvSpPr>
        <p:spPr>
          <a:xfrm>
            <a:off x="3733127" y="1708029"/>
            <a:ext cx="113623" cy="403229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E2AD97-79E2-040F-4F94-315C74138688}"/>
                  </a:ext>
                </a:extLst>
              </p:cNvPr>
              <p:cNvSpPr txBox="1"/>
              <p:nvPr/>
            </p:nvSpPr>
            <p:spPr>
              <a:xfrm>
                <a:off x="1390978" y="1273898"/>
                <a:ext cx="473854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Go back to the system </a:t>
                </a:r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which represented by the </a:t>
                </a:r>
                <a:r>
                  <a:rPr lang="en-US" sz="110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state transition matrix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𝐴</m:t>
                    </m:r>
                  </m:oMath>
                </a14:m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E2AD97-79E2-040F-4F94-315C74138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978" y="1273898"/>
                <a:ext cx="4738541" cy="261610"/>
              </a:xfrm>
              <a:prstGeom prst="rect">
                <a:avLst/>
              </a:prstGeom>
              <a:blipFill>
                <a:blip r:embed="rId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7BF64-4446-74B8-DC86-C61B7079716D}"/>
                  </a:ext>
                </a:extLst>
              </p:cNvPr>
              <p:cNvSpPr txBox="1"/>
              <p:nvPr/>
            </p:nvSpPr>
            <p:spPr>
              <a:xfrm>
                <a:off x="1390977" y="2288939"/>
                <a:ext cx="443345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If the state variable needs to be observed by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𝑦</m:t>
                    </m:r>
                  </m:oMath>
                </a14:m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, this formula implies: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7BF64-4446-74B8-DC86-C61B70797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977" y="2288939"/>
                <a:ext cx="4433458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38DA0A97-F045-1E0C-A7A4-34512355DF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67342" y="2807469"/>
                <a:ext cx="2682276" cy="714298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14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14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38DA0A97-F045-1E0C-A7A4-34512355D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7342" y="2807469"/>
                <a:ext cx="2682276" cy="714298"/>
              </a:xfrm>
              <a:prstGeom prst="rect">
                <a:avLst/>
              </a:prstGeom>
              <a:blipFill>
                <a:blip r:embed="rId6"/>
                <a:stretch>
                  <a:fillRect t="-5128"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95D686-7141-06CF-5567-A99EA034F468}"/>
                  </a:ext>
                </a:extLst>
              </p:cNvPr>
              <p:cNvSpPr txBox="1"/>
              <p:nvPr/>
            </p:nvSpPr>
            <p:spPr>
              <a:xfrm>
                <a:off x="1389636" y="3759854"/>
                <a:ext cx="654671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Hence the observability problem is transformed and stated: proofing that the red color matrix is </a:t>
                </a:r>
                <a:r>
                  <a:rPr lang="en-US" sz="1100" u="sng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full rank</a:t>
                </a:r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, such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100" b="1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r-FR" sz="1100" b="1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𝒙</m:t>
                        </m:r>
                      </m:e>
                      <m:sub>
                        <m:r>
                          <a:rPr lang="fr-FR" sz="1100" b="1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100" b="1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 has unique solution. </a:t>
                </a:r>
                <a:r>
                  <a:rPr lang="en-US" sz="110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However, if the </a:t>
                </a:r>
                <a:r>
                  <a:rPr lang="en-US" sz="1100" noProof="0" dirty="0" err="1">
                    <a:solidFill>
                      <a:srgbClr val="231F20"/>
                    </a:solidFill>
                    <a:latin typeface="Arial"/>
                    <a:cs typeface="Arial"/>
                  </a:rPr>
                  <a:t>syste</a:t>
                </a:r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m is </a:t>
                </a:r>
                <a:r>
                  <a:rPr lang="en-US" sz="110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linear</a:t>
                </a:r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 and </a:t>
                </a:r>
                <a:r>
                  <a:rPr lang="en-US" sz="110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time-varying</a:t>
                </a:r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, the problem becomes proofing that the matrix below is full rank:</a:t>
                </a:r>
                <a:endParaRPr lang="en-US" sz="1100" b="1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95D686-7141-06CF-5567-A99EA034F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36" y="3759854"/>
                <a:ext cx="6546711" cy="600164"/>
              </a:xfrm>
              <a:prstGeom prst="rect">
                <a:avLst/>
              </a:prstGeom>
              <a:blipFill>
                <a:blip r:embed="rId7"/>
                <a:stretch>
                  <a:fillRect t="-1020" b="-6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4B0736D0-04C6-8956-A9C9-A6D819E3C1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2629" y="4491849"/>
                <a:ext cx="4775662" cy="77361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14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(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(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14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4B0736D0-04C6-8956-A9C9-A6D819E3C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629" y="4491849"/>
                <a:ext cx="4775662" cy="773610"/>
              </a:xfrm>
              <a:prstGeom prst="rect">
                <a:avLst/>
              </a:prstGeom>
              <a:blipFill>
                <a:blip r:embed="rId8"/>
                <a:stretch>
                  <a:fillRect t="-4724" b="-2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52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CA02F7-E1BB-F504-039C-0B6035F5DC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Case study 1 – OXYGEN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75A3B7-6E08-D3E3-FE25-290860C63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9677F5-33AB-B166-35CD-7716AD32534C}"/>
              </a:ext>
            </a:extLst>
          </p:cNvPr>
          <p:cNvSpPr/>
          <p:nvPr/>
        </p:nvSpPr>
        <p:spPr>
          <a:xfrm>
            <a:off x="4666889" y="1725447"/>
            <a:ext cx="3456595" cy="2751656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7938DCC-1115-485D-A58D-EE7578636829}"/>
              </a:ext>
            </a:extLst>
          </p:cNvPr>
          <p:cNvSpPr/>
          <p:nvPr/>
        </p:nvSpPr>
        <p:spPr>
          <a:xfrm>
            <a:off x="5428973" y="1847338"/>
            <a:ext cx="1118204" cy="5769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Plant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DFE628-5D89-3526-C8A1-CDE83079012E}"/>
              </a:ext>
            </a:extLst>
          </p:cNvPr>
          <p:cNvCxnSpPr>
            <a:cxnSpLocks/>
            <a:stCxn id="55" idx="3"/>
            <a:endCxn id="61" idx="1"/>
          </p:cNvCxnSpPr>
          <p:nvPr/>
        </p:nvCxnSpPr>
        <p:spPr>
          <a:xfrm>
            <a:off x="6547177" y="2135791"/>
            <a:ext cx="415277" cy="32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50AB21-F408-7A51-355B-46043FD0B183}"/>
                  </a:ext>
                </a:extLst>
              </p:cNvPr>
              <p:cNvSpPr txBox="1"/>
              <p:nvPr/>
            </p:nvSpPr>
            <p:spPr>
              <a:xfrm>
                <a:off x="7122416" y="1334184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A50AB21-F408-7A51-355B-46043FD0B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416" y="1334184"/>
                <a:ext cx="153760" cy="215444"/>
              </a:xfrm>
              <a:prstGeom prst="rect">
                <a:avLst/>
              </a:prstGeom>
              <a:blipFill>
                <a:blip r:embed="rId2"/>
                <a:stretch>
                  <a:fillRect l="-23077" r="-1923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7910EC49-D0BC-41BF-D62B-E3AC4F66383B}"/>
                  </a:ext>
                </a:extLst>
              </p:cNvPr>
              <p:cNvSpPr/>
              <p:nvPr/>
            </p:nvSpPr>
            <p:spPr>
              <a:xfrm>
                <a:off x="6962454" y="1921549"/>
                <a:ext cx="764793" cy="434963"/>
              </a:xfrm>
              <a:prstGeom prst="roundRect">
                <a:avLst/>
              </a:prstGeom>
              <a:ln w="28575">
                <a:solidFill>
                  <a:srgbClr val="C00000"/>
                </a:solidFill>
              </a:ln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7910EC49-D0BC-41BF-D62B-E3AC4F663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2454" y="1921549"/>
                <a:ext cx="764793" cy="43496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  <a:effectLst>
                <a:glow rad="101600">
                  <a:srgbClr val="FF0000">
                    <a:alpha val="60000"/>
                  </a:srgb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5798B2D-7890-C0F3-197A-61145B9B4496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7344851" y="1441341"/>
            <a:ext cx="33" cy="480208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A6476BA-9EC9-448C-820F-21D7C15767F4}"/>
                  </a:ext>
                </a:extLst>
              </p:cNvPr>
              <p:cNvSpPr txBox="1"/>
              <p:nvPr/>
            </p:nvSpPr>
            <p:spPr>
              <a:xfrm>
                <a:off x="6684298" y="1896520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A6476BA-9EC9-448C-820F-21D7C1576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4298" y="1896520"/>
                <a:ext cx="153760" cy="215444"/>
              </a:xfrm>
              <a:prstGeom prst="rect">
                <a:avLst/>
              </a:prstGeom>
              <a:blipFill>
                <a:blip r:embed="rId4"/>
                <a:stretch>
                  <a:fillRect l="-28000" t="-11429" r="-72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0FAF759-9DD2-5E0B-EB55-802FC5210AA5}"/>
                  </a:ext>
                </a:extLst>
              </p:cNvPr>
              <p:cNvSpPr txBox="1"/>
              <p:nvPr/>
            </p:nvSpPr>
            <p:spPr>
              <a:xfrm>
                <a:off x="7182485" y="2376588"/>
                <a:ext cx="14343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0FAF759-9DD2-5E0B-EB55-802FC5210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485" y="2376588"/>
                <a:ext cx="143437" cy="215444"/>
              </a:xfrm>
              <a:prstGeom prst="rect">
                <a:avLst/>
              </a:prstGeom>
              <a:blipFill>
                <a:blip r:embed="rId5"/>
                <a:stretch>
                  <a:fillRect l="-12500" r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B2895E4-37BB-9FF3-C3CA-C5FF6AF30F0B}"/>
                  </a:ext>
                </a:extLst>
              </p:cNvPr>
              <p:cNvSpPr txBox="1"/>
              <p:nvPr/>
            </p:nvSpPr>
            <p:spPr>
              <a:xfrm>
                <a:off x="6971093" y="2699985"/>
                <a:ext cx="1513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B2895E4-37BB-9FF3-C3CA-C5FF6AF30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093" y="2699985"/>
                <a:ext cx="151323" cy="215444"/>
              </a:xfrm>
              <a:prstGeom prst="rect">
                <a:avLst/>
              </a:prstGeom>
              <a:blipFill>
                <a:blip r:embed="rId6"/>
                <a:stretch>
                  <a:fillRect l="-16667" t="-14286" r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4EE65422-A77A-4B3E-0B01-C09CFD2480E0}"/>
              </a:ext>
            </a:extLst>
          </p:cNvPr>
          <p:cNvSpPr/>
          <p:nvPr/>
        </p:nvSpPr>
        <p:spPr>
          <a:xfrm>
            <a:off x="7253444" y="2814992"/>
            <a:ext cx="182880" cy="182880"/>
          </a:xfrm>
          <a:prstGeom prst="ellipse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D7AB5D-0A9E-2109-51B0-8E5E416572E1}"/>
              </a:ext>
            </a:extLst>
          </p:cNvPr>
          <p:cNvCxnSpPr>
            <a:stCxn id="61" idx="2"/>
            <a:endCxn id="14" idx="0"/>
          </p:cNvCxnSpPr>
          <p:nvPr/>
        </p:nvCxnSpPr>
        <p:spPr>
          <a:xfrm>
            <a:off x="7344851" y="2356512"/>
            <a:ext cx="33" cy="45848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8C3CC-BA99-7273-9239-08A503278F42}"/>
                  </a:ext>
                </a:extLst>
              </p:cNvPr>
              <p:cNvSpPr txBox="1"/>
              <p:nvPr/>
            </p:nvSpPr>
            <p:spPr>
              <a:xfrm>
                <a:off x="7254962" y="2780662"/>
                <a:ext cx="184346" cy="182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E8C3CC-BA99-7273-9239-08A503278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962" y="2780662"/>
                <a:ext cx="184346" cy="182880"/>
              </a:xfrm>
              <a:prstGeom prst="rect">
                <a:avLst/>
              </a:prstGeom>
              <a:blipFill>
                <a:blip r:embed="rId7"/>
                <a:stretch>
                  <a:fillRect l="-16667" r="-2000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7667D804-51A9-3D66-876A-50B87ED5C6C6}"/>
              </a:ext>
            </a:extLst>
          </p:cNvPr>
          <p:cNvCxnSpPr>
            <a:cxnSpLocks/>
            <a:stCxn id="55" idx="2"/>
            <a:endCxn id="14" idx="2"/>
          </p:cNvCxnSpPr>
          <p:nvPr/>
        </p:nvCxnSpPr>
        <p:spPr>
          <a:xfrm rot="16200000" flipH="1">
            <a:off x="6379665" y="2032653"/>
            <a:ext cx="482188" cy="1265369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AAE9F45-8D97-CD7F-A91B-BC2A0F116A25}"/>
              </a:ext>
            </a:extLst>
          </p:cNvPr>
          <p:cNvCxnSpPr>
            <a:cxnSpLocks/>
            <a:stCxn id="14" idx="4"/>
            <a:endCxn id="55" idx="1"/>
          </p:cNvCxnSpPr>
          <p:nvPr/>
        </p:nvCxnSpPr>
        <p:spPr>
          <a:xfrm rot="5400000" flipH="1">
            <a:off x="5955888" y="1608877"/>
            <a:ext cx="862081" cy="1915911"/>
          </a:xfrm>
          <a:prstGeom prst="bentConnector4">
            <a:avLst>
              <a:gd name="adj1" fmla="val -49739"/>
              <a:gd name="adj2" fmla="val 116621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34B710-E8E4-3D07-C51F-76570C1DEA91}"/>
                  </a:ext>
                </a:extLst>
              </p:cNvPr>
              <p:cNvSpPr txBox="1"/>
              <p:nvPr/>
            </p:nvSpPr>
            <p:spPr>
              <a:xfrm>
                <a:off x="5741131" y="3831899"/>
                <a:ext cx="1488741" cy="2289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34B710-E8E4-3D07-C51F-76570C1DE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131" y="3831899"/>
                <a:ext cx="1488741" cy="228973"/>
              </a:xfrm>
              <a:prstGeom prst="rect">
                <a:avLst/>
              </a:prstGeom>
              <a:blipFill>
                <a:blip r:embed="rId8"/>
                <a:stretch>
                  <a:fillRect l="-1230" t="-5405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9D2EE8-0A52-24F8-9547-C4A63D0C667F}"/>
                  </a:ext>
                </a:extLst>
              </p:cNvPr>
              <p:cNvSpPr txBox="1"/>
              <p:nvPr/>
            </p:nvSpPr>
            <p:spPr>
              <a:xfrm>
                <a:off x="5646242" y="4082569"/>
                <a:ext cx="82357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̂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9D2EE8-0A52-24F8-9547-C4A63D0C6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6242" y="4082569"/>
                <a:ext cx="823570" cy="307777"/>
              </a:xfrm>
              <a:prstGeom prst="rect">
                <a:avLst/>
              </a:prstGeom>
              <a:blipFill>
                <a:blip r:embed="rId9"/>
                <a:stretch>
                  <a:fillRect r="-17037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F2033F-4574-1F5E-E403-AE27F4FA7479}"/>
              </a:ext>
            </a:extLst>
          </p:cNvPr>
          <p:cNvCxnSpPr/>
          <p:nvPr/>
        </p:nvCxnSpPr>
        <p:spPr>
          <a:xfrm>
            <a:off x="4899803" y="3692103"/>
            <a:ext cx="30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DC7E4E-3D1F-B3C1-E158-2D71CFF76EC2}"/>
              </a:ext>
            </a:extLst>
          </p:cNvPr>
          <p:cNvSpPr txBox="1"/>
          <p:nvPr/>
        </p:nvSpPr>
        <p:spPr>
          <a:xfrm>
            <a:off x="4843455" y="3930715"/>
            <a:ext cx="1171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Plant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7ED80-9923-3702-A453-8A84FC5F74F8}"/>
              </a:ext>
            </a:extLst>
          </p:cNvPr>
          <p:cNvSpPr txBox="1"/>
          <p:nvPr/>
        </p:nvSpPr>
        <p:spPr>
          <a:xfrm>
            <a:off x="755071" y="1792044"/>
            <a:ext cx="2743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fr-FR" sz="1200" dirty="0" err="1">
                <a:solidFill>
                  <a:srgbClr val="231F20"/>
                </a:solidFill>
                <a:latin typeface="Arial"/>
                <a:cs typeface="Arial"/>
              </a:rPr>
              <a:t>Define</a:t>
            </a:r>
            <a:r>
              <a:rPr lang="fr-FR" sz="1200" dirty="0">
                <a:solidFill>
                  <a:srgbClr val="231F20"/>
                </a:solidFill>
                <a:latin typeface="Arial"/>
                <a:cs typeface="Arial"/>
              </a:rPr>
              <a:t> the state variable, observation and </a:t>
            </a:r>
            <a:r>
              <a:rPr lang="fr-FR" sz="1200" dirty="0" err="1">
                <a:solidFill>
                  <a:srgbClr val="231F20"/>
                </a:solidFill>
                <a:latin typeface="Arial"/>
                <a:cs typeface="Arial"/>
              </a:rPr>
              <a:t>operation</a:t>
            </a:r>
            <a:r>
              <a:rPr lang="fr-FR" sz="1200" dirty="0">
                <a:solidFill>
                  <a:srgbClr val="231F20"/>
                </a:solidFill>
                <a:latin typeface="Arial"/>
                <a:cs typeface="Arial"/>
              </a:rPr>
              <a:t> input</a:t>
            </a:r>
          </a:p>
          <a:p>
            <a:pPr algn="l">
              <a:spcAft>
                <a:spcPts val="1200"/>
              </a:spcAft>
            </a:pPr>
            <a:r>
              <a:rPr lang="fr-FR" sz="1200" dirty="0" err="1">
                <a:solidFill>
                  <a:srgbClr val="231F20"/>
                </a:solidFill>
                <a:latin typeface="Arial"/>
                <a:cs typeface="Arial"/>
              </a:rPr>
              <a:t>Define</a:t>
            </a:r>
            <a:r>
              <a:rPr lang="fr-FR" sz="1200" dirty="0">
                <a:solidFill>
                  <a:srgbClr val="231F20"/>
                </a:solidFill>
                <a:latin typeface="Arial"/>
                <a:cs typeface="Arial"/>
              </a:rPr>
              <a:t> the state transition matrix</a:t>
            </a:r>
          </a:p>
          <a:p>
            <a:pPr algn="l">
              <a:spcAft>
                <a:spcPts val="1200"/>
              </a:spcAft>
            </a:pPr>
            <a:r>
              <a:rPr lang="fr-FR" sz="1200" dirty="0">
                <a:solidFill>
                  <a:srgbClr val="231F20"/>
                </a:solidFill>
                <a:latin typeface="Arial"/>
                <a:cs typeface="Arial"/>
              </a:rPr>
              <a:t>- ODE </a:t>
            </a:r>
            <a:r>
              <a:rPr lang="fr-FR" sz="1200" dirty="0" err="1">
                <a:solidFill>
                  <a:srgbClr val="231F20"/>
                </a:solidFill>
                <a:latin typeface="Arial"/>
                <a:cs typeface="Arial"/>
              </a:rPr>
              <a:t>linearization</a:t>
            </a:r>
            <a:endParaRPr lang="fr-FR" sz="1200" dirty="0">
              <a:solidFill>
                <a:srgbClr val="231F20"/>
              </a:solidFill>
              <a:latin typeface="Arial"/>
              <a:cs typeface="Arial"/>
            </a:endParaRPr>
          </a:p>
          <a:p>
            <a:pPr algn="l">
              <a:spcAft>
                <a:spcPts val="1200"/>
              </a:spcAft>
            </a:pPr>
            <a:r>
              <a:rPr lang="fr-FR" sz="1200" dirty="0" err="1">
                <a:solidFill>
                  <a:srgbClr val="231F20"/>
                </a:solidFill>
                <a:latin typeface="Arial"/>
                <a:cs typeface="Arial"/>
              </a:rPr>
              <a:t>Initialize</a:t>
            </a:r>
            <a:r>
              <a:rPr lang="fr-FR" sz="1200" dirty="0">
                <a:solidFill>
                  <a:srgbClr val="231F20"/>
                </a:solidFill>
                <a:latin typeface="Arial"/>
                <a:cs typeface="Arial"/>
              </a:rPr>
              <a:t> the state variables</a:t>
            </a:r>
          </a:p>
          <a:p>
            <a:pPr algn="l">
              <a:spcAft>
                <a:spcPts val="1200"/>
              </a:spcAft>
            </a:pPr>
            <a:endParaRPr lang="en-US" sz="1200" dirty="0">
              <a:solidFill>
                <a:srgbClr val="231F2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320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DDB7-368E-D898-0E71-68865215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65FE8A-29A8-436D-D22D-0CF6C1E46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ED9CD6D-989D-0BCC-84D0-6942DFEB312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1 - OXYGEN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76938C-9ABA-6AC0-7834-8E09A1C0788D}"/>
                  </a:ext>
                </a:extLst>
              </p:cNvPr>
              <p:cNvSpPr txBox="1"/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76938C-9ABA-6AC0-7834-8E09A1C07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blipFill>
                <a:blip r:embed="rId2"/>
                <a:stretch>
                  <a:fillRect l="-958" t="-14286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58A64C7-CDD2-E800-0676-5F47C46D33A6}"/>
              </a:ext>
            </a:extLst>
          </p:cNvPr>
          <p:cNvSpPr txBox="1"/>
          <p:nvPr/>
        </p:nvSpPr>
        <p:spPr>
          <a:xfrm>
            <a:off x="1336596" y="2433352"/>
            <a:ext cx="6333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Take advantage the observer model, we apply it to a simple PEMFC case: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FDEE4F-D8E8-8A64-848F-47EBB464CF7A}"/>
                  </a:ext>
                </a:extLst>
              </p:cNvPr>
              <p:cNvSpPr txBox="1"/>
              <p:nvPr/>
            </p:nvSpPr>
            <p:spPr>
              <a:xfrm>
                <a:off x="2684852" y="2876641"/>
                <a:ext cx="4574704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4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𝑑𝐶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altLang="zh-CN" sz="1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zh-CN" sz="1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fr-FR" altLang="zh-CN" sz="14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𝑐𝑐𝑙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𝑐𝑙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4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4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4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𝑐𝑔𝑑𝑙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altLang="zh-CN" sz="14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altLang="zh-CN" sz="14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𝑝𝑟𝑜𝑑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FDEE4F-D8E8-8A64-848F-47EBB464C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52" y="2876641"/>
                <a:ext cx="4574704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C3AA381-64F7-263F-CEA2-844F5BBD7E16}"/>
              </a:ext>
            </a:extLst>
          </p:cNvPr>
          <p:cNvSpPr txBox="1"/>
          <p:nvPr/>
        </p:nvSpPr>
        <p:spPr>
          <a:xfrm>
            <a:off x="1336596" y="3839388"/>
            <a:ext cx="5035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In this equation, the source 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and diffusion </a:t>
            </a:r>
            <a:r>
              <a:rPr lang="fr-FR" sz="1400" dirty="0" err="1">
                <a:solidFill>
                  <a:srgbClr val="231F20"/>
                </a:solidFill>
                <a:latin typeface="Arial"/>
                <a:cs typeface="Arial"/>
              </a:rPr>
              <a:t>term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fr-FR" sz="1400" dirty="0" err="1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fr-FR" sz="1400" dirty="0" err="1">
                <a:solidFill>
                  <a:srgbClr val="231F20"/>
                </a:solidFill>
                <a:latin typeface="Arial"/>
                <a:cs typeface="Arial"/>
              </a:rPr>
              <a:t>given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1">
                <a:extLst>
                  <a:ext uri="{FF2B5EF4-FFF2-40B4-BE49-F238E27FC236}">
                    <a16:creationId xmlns:a16="http://schemas.microsoft.com/office/drawing/2014/main" id="{A2D7B1E0-177A-EF34-01EF-440F24F47AC2}"/>
                  </a:ext>
                </a:extLst>
              </p:cNvPr>
              <p:cNvSpPr txBox="1"/>
              <p:nvPr/>
            </p:nvSpPr>
            <p:spPr>
              <a:xfrm>
                <a:off x="3224292" y="4285616"/>
                <a:ext cx="3335324" cy="726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Oxygen consumption: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𝑆</m:t>
                        </m:r>
                      </m:e>
                      <m:sub>
                        <m:r>
                          <a:rPr lang="fr-FR" altLang="zh-CN" sz="1200" i="1">
                            <a:latin typeface="Cambria Math" panose="02040503050406030204" pitchFamily="18" charset="0"/>
                            <a:cs typeface="Arial"/>
                          </a:rPr>
                          <m:t>𝑝𝑟𝑜𝑑</m:t>
                        </m:r>
                      </m:sub>
                    </m:sSub>
                    <m:r>
                      <a:rPr lang="en-US" altLang="zh-CN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fr-FR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fr-FR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𝑖</m:t>
                            </m:r>
                          </m:e>
                          <m:sub>
                            <m:r>
                              <a:rPr lang="fr-FR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𝑓𝑐</m:t>
                            </m:r>
                          </m:sub>
                        </m:sSub>
                      </m:num>
                      <m:den>
                        <m:r>
                          <a:rPr lang="fr-FR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  <m:r>
                          <a:rPr lang="fr-FR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𝐹</m:t>
                        </m:r>
                      </m:den>
                    </m:f>
                  </m:oMath>
                </a14:m>
                <a:endParaRPr lang="fr-FR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r-FR" altLang="zh-CN" sz="1200" dirty="0" err="1"/>
                  <a:t>Oxygen</a:t>
                </a:r>
                <a:r>
                  <a:rPr lang="fr-FR" altLang="zh-CN" sz="1200" dirty="0"/>
                  <a:t> diffusion: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𝑂</m:t>
                            </m:r>
                          </m:e>
                          <m:sub>
                            <m: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𝑐𝑐𝑙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cs typeface="Arial"/>
                          </a:rPr>
                          <m:t>𝑐𝑔𝑑𝑙</m:t>
                        </m:r>
                      </m:sub>
                    </m:sSub>
                    <m:r>
                      <a:rPr lang="fr-FR" altLang="zh-CN" sz="1200" b="0" i="1" smtClean="0">
                        <a:latin typeface="Cambria Math" panose="02040503050406030204" pitchFamily="18" charset="0"/>
                        <a:cs typeface="Arial"/>
                      </a:rPr>
                      <m:t>=−2</m:t>
                    </m:r>
                    <m:sSub>
                      <m:sSubPr>
                        <m:ctrlP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𝑐</m:t>
                        </m:r>
                        <m: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𝑒𝑓𝑓</m:t>
                        </m:r>
                      </m:sub>
                    </m:sSub>
                    <m:r>
                      <m:rPr>
                        <m:sty m:val="p"/>
                      </m:rPr>
                      <a:rPr lang="fr-FR" altLang="zh-CN" sz="1200" b="0" i="0" smtClean="0">
                        <a:latin typeface="Cambria Math" panose="02040503050406030204" pitchFamily="18" charset="0"/>
                        <a:cs typeface="Arial"/>
                      </a:rPr>
                      <m:t>∇</m:t>
                    </m:r>
                    <m:sSub>
                      <m:sSubPr>
                        <m:ctrlP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r-FR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𝑂</m:t>
                            </m:r>
                          </m:e>
                          <m:sub>
                            <m:r>
                              <a:rPr lang="fr-FR" altLang="zh-CN" sz="1200" b="0" i="1" smtClean="0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fr-FR" altLang="zh-CN" sz="1200" dirty="0"/>
                  <a:t> </a:t>
                </a:r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11">
                <a:extLst>
                  <a:ext uri="{FF2B5EF4-FFF2-40B4-BE49-F238E27FC236}">
                    <a16:creationId xmlns:a16="http://schemas.microsoft.com/office/drawing/2014/main" id="{A2D7B1E0-177A-EF34-01EF-440F24F4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292" y="4285616"/>
                <a:ext cx="3335324" cy="726866"/>
              </a:xfrm>
              <a:prstGeom prst="rect">
                <a:avLst/>
              </a:prstGeom>
              <a:blipFill>
                <a:blip r:embed="rId4"/>
                <a:stretch>
                  <a:fillRect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3AB637B-7848-8B39-23B4-7F363E614F7F}"/>
              </a:ext>
            </a:extLst>
          </p:cNvPr>
          <p:cNvSpPr txBox="1"/>
          <p:nvPr/>
        </p:nvSpPr>
        <p:spPr>
          <a:xfrm>
            <a:off x="1336596" y="1183330"/>
            <a:ext cx="3158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Utilizing the Luenberger observer:</a:t>
            </a:r>
          </a:p>
        </p:txBody>
      </p:sp>
    </p:spTree>
    <p:extLst>
      <p:ext uri="{BB962C8B-B14F-4D97-AF65-F5344CB8AC3E}">
        <p14:creationId xmlns:p14="http://schemas.microsoft.com/office/powerpoint/2010/main" val="42736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E3C836-6E46-5D68-117A-6BCD23894B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1 </a:t>
            </a:r>
            <a:r>
              <a:rPr lang="en-US" noProof="0" dirty="0"/>
              <a:t>- </a:t>
            </a:r>
            <a:r>
              <a:rPr lang="en-US" dirty="0"/>
              <a:t>OXYGEN ESTIMATION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F6676-61A4-1A6C-7BAB-CAE7C2530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46DBF-292A-895D-44E4-39C5FF5082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65636" y="888929"/>
            <a:ext cx="6402903" cy="1333698"/>
          </a:xfrm>
        </p:spPr>
        <p:txBody>
          <a:bodyPr/>
          <a:lstStyle/>
          <a:p>
            <a:r>
              <a:rPr lang="en-US" sz="1000" b="1" noProof="0" dirty="0"/>
              <a:t>Assumption: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noProof="0" dirty="0"/>
              <a:t>The concentration of </a:t>
            </a:r>
            <a:r>
              <a:rPr lang="en-US" sz="1000" u="sng" noProof="0" dirty="0"/>
              <a:t>nitrogen</a:t>
            </a:r>
            <a:r>
              <a:rPr lang="en-US" sz="1000" noProof="0" dirty="0"/>
              <a:t> are </a:t>
            </a:r>
            <a:r>
              <a:rPr lang="en-US" sz="1000" u="sng" noProof="0" dirty="0"/>
              <a:t>well controlled </a:t>
            </a:r>
            <a:r>
              <a:rPr lang="en-US" sz="1000" noProof="0" dirty="0"/>
              <a:t>by the pressure regulator at the </a:t>
            </a:r>
            <a:r>
              <a:rPr lang="en-US" sz="1000" u="sng" noProof="0" dirty="0"/>
              <a:t>pressure setpoint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noProof="0" dirty="0"/>
              <a:t>The concentration of </a:t>
            </a:r>
            <a:r>
              <a:rPr lang="en-US" sz="1000" u="sng" noProof="0" dirty="0"/>
              <a:t>vapor</a:t>
            </a:r>
            <a:r>
              <a:rPr lang="en-US" sz="1000" noProof="0" dirty="0"/>
              <a:t> are </a:t>
            </a:r>
            <a:r>
              <a:rPr lang="en-US" sz="1000" u="sng" noProof="0" dirty="0"/>
              <a:t>well controlled </a:t>
            </a:r>
            <a:r>
              <a:rPr lang="en-US" sz="1000" noProof="0" dirty="0"/>
              <a:t>by the humidity regulator at the </a:t>
            </a:r>
            <a:r>
              <a:rPr lang="en-US" sz="1000" u="sng" noProof="0" dirty="0"/>
              <a:t>humidity setpoint</a:t>
            </a:r>
            <a:endParaRPr lang="en-US" sz="1000" u="sng" dirty="0"/>
          </a:p>
          <a:p>
            <a:pPr marL="228600" indent="-228600">
              <a:buFont typeface="+mj-lt"/>
              <a:buAutoNum type="arabicPeriod"/>
            </a:pPr>
            <a:r>
              <a:rPr lang="en-US" sz="1000" noProof="0" dirty="0"/>
              <a:t>The </a:t>
            </a:r>
            <a:r>
              <a:rPr lang="en-US" sz="1000" u="sng" noProof="0" dirty="0"/>
              <a:t>amount of the condensed water doesn’t change </a:t>
            </a:r>
            <a:r>
              <a:rPr lang="en-US" sz="1000" noProof="0" dirty="0"/>
              <a:t>within the estimation horizon as </a:t>
            </a:r>
            <a:r>
              <a:rPr lang="en-US" sz="1000" dirty="0"/>
              <a:t>the natural process is much faster than oxygen concentration varying. (Raphael’s thesis)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noProof="0" dirty="0"/>
              <a:t>The </a:t>
            </a:r>
            <a:r>
              <a:rPr lang="en-US" sz="1000" u="sng" noProof="0" dirty="0"/>
              <a:t>lambda</a:t>
            </a:r>
            <a:r>
              <a:rPr lang="en-US" sz="1000" noProof="0" dirty="0"/>
              <a:t> is constant which determines directly by the </a:t>
            </a:r>
            <a:r>
              <a:rPr lang="en-US" sz="1000" dirty="0"/>
              <a:t>the humidity.</a:t>
            </a:r>
            <a:endParaRPr lang="en-US" sz="10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0CCB64-7755-1870-6DCE-0DDA3706E7D8}"/>
                  </a:ext>
                </a:extLst>
              </p:cNvPr>
              <p:cNvSpPr txBox="1"/>
              <p:nvPr/>
            </p:nvSpPr>
            <p:spPr>
              <a:xfrm>
                <a:off x="2284647" y="2578472"/>
                <a:ext cx="4574704" cy="507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2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𝑑𝐶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𝑐𝑐𝑙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𝑐𝑙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𝑐𝑔𝑑𝑙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𝑝𝑟𝑜𝑑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0CCB64-7755-1870-6DCE-0DDA3706E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647" y="2578472"/>
                <a:ext cx="4574704" cy="5073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Down 5">
            <a:extLst>
              <a:ext uri="{FF2B5EF4-FFF2-40B4-BE49-F238E27FC236}">
                <a16:creationId xmlns:a16="http://schemas.microsoft.com/office/drawing/2014/main" id="{64650379-79EA-A57A-BDB7-DACC25768DF1}"/>
              </a:ext>
            </a:extLst>
          </p:cNvPr>
          <p:cNvSpPr/>
          <p:nvPr/>
        </p:nvSpPr>
        <p:spPr>
          <a:xfrm>
            <a:off x="4464170" y="3145505"/>
            <a:ext cx="215661" cy="283495"/>
          </a:xfrm>
          <a:prstGeom prst="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FEFB95-AA61-FB24-0584-966F4147FB23}"/>
                  </a:ext>
                </a:extLst>
              </p:cNvPr>
              <p:cNvSpPr txBox="1"/>
              <p:nvPr/>
            </p:nvSpPr>
            <p:spPr>
              <a:xfrm>
                <a:off x="1895245" y="3422807"/>
                <a:ext cx="5388013" cy="510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2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𝑑𝐶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𝑐𝑐𝑙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 0.3∗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1−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0.02</m:t>
                                  </m:r>
                                </m:e>
                              </m:d>
                            </m:den>
                          </m:f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200" b="0" i="1" smtClean="0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𝑐𝑔𝑑𝑙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𝑒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−5</m:t>
                                  </m:r>
                                </m:den>
                              </m:f>
                              <m:r>
                                <a:rPr lang="fr-FR" altLang="zh-CN" sz="12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0.2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𝑒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4 (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fr-FR" altLang="zh-CN" sz="1200" b="0" i="1" smtClean="0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2∗96485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FEFB95-AA61-FB24-0584-966F4147F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245" y="3422807"/>
                <a:ext cx="5388013" cy="510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0CC740-944B-F645-A41B-C59FD3EE6C5E}"/>
                  </a:ext>
                </a:extLst>
              </p:cNvPr>
              <p:cNvSpPr txBox="1"/>
              <p:nvPr/>
            </p:nvSpPr>
            <p:spPr>
              <a:xfrm>
                <a:off x="3956396" y="4303688"/>
                <a:ext cx="3029355" cy="288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𝐽</m:t>
                          </m:r>
                        </m:e>
                        <m:sub>
                          <m:sSub>
                            <m:sSubPr>
                              <m:ctrlP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𝑐𝑐𝑙</m:t>
                          </m:r>
                          <m: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𝑐𝑔𝑑𝑙</m:t>
                          </m:r>
                        </m:sub>
                      </m:sSub>
                      <m:r>
                        <a:rPr lang="fr-FR" altLang="zh-CN" sz="110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fr-FR" altLang="zh-CN" sz="1100" i="1">
                          <a:latin typeface="Cambria Math" panose="02040503050406030204" pitchFamily="18" charset="0"/>
                          <a:cs typeface="Arial"/>
                        </a:rPr>
                        <m:t>𝐷</m:t>
                      </m:r>
                      <m:d>
                        <m:dPr>
                          <m:ctrlP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𝑃</m:t>
                          </m:r>
                          <m: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𝑇</m:t>
                          </m:r>
                        </m:e>
                      </m:d>
                      <m:d>
                        <m:dPr>
                          <m:ctrlP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,</m:t>
                              </m:r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𝑐h</m:t>
                              </m:r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sub>
                          </m:sSub>
                          <m:r>
                            <a:rPr lang="fr-FR" altLang="zh-CN" sz="1100" i="1"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,</m:t>
                              </m:r>
                              <m:r>
                                <a:rPr lang="fr-FR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  <m:t>𝑐𝑐𝑙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0CC740-944B-F645-A41B-C59FD3EE6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396" y="4303688"/>
                <a:ext cx="3029355" cy="288220"/>
              </a:xfrm>
              <a:prstGeom prst="rect">
                <a:avLst/>
              </a:prstGeom>
              <a:blipFill>
                <a:blip r:embed="rId4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Down 9">
            <a:extLst>
              <a:ext uri="{FF2B5EF4-FFF2-40B4-BE49-F238E27FC236}">
                <a16:creationId xmlns:a16="http://schemas.microsoft.com/office/drawing/2014/main" id="{DDD8CD50-8F5B-9E49-5544-97BED98E1B76}"/>
              </a:ext>
            </a:extLst>
          </p:cNvPr>
          <p:cNvSpPr/>
          <p:nvPr/>
        </p:nvSpPr>
        <p:spPr>
          <a:xfrm>
            <a:off x="4464168" y="4049554"/>
            <a:ext cx="215661" cy="283495"/>
          </a:xfrm>
          <a:prstGeom prst="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9E8EC7-2088-1DCE-C44E-EF6D270C94B7}"/>
                  </a:ext>
                </a:extLst>
              </p:cNvPr>
              <p:cNvSpPr txBox="1"/>
              <p:nvPr/>
            </p:nvSpPr>
            <p:spPr>
              <a:xfrm>
                <a:off x="1716678" y="4316645"/>
                <a:ext cx="2127570" cy="279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Initial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100" i="1">
                            <a:latin typeface="Cambria Math" panose="02040503050406030204" pitchFamily="18" charset="0"/>
                            <a:cs typeface="Arial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fr-FR" altLang="zh-CN" sz="1100" i="1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fr-FR" altLang="zh-CN" sz="1100" i="1">
                                <a:latin typeface="Cambria Math" panose="02040503050406030204" pitchFamily="18" charset="0"/>
                                <a:cs typeface="Arial"/>
                              </a:rPr>
                              <m:t>𝑂</m:t>
                            </m:r>
                          </m:e>
                          <m:sub>
                            <m:r>
                              <a:rPr lang="fr-FR" altLang="zh-CN" sz="1100" i="1">
                                <a:latin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100" i="1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100" i="1">
                            <a:latin typeface="Cambria Math" panose="02040503050406030204" pitchFamily="18" charset="0"/>
                            <a:cs typeface="Arial"/>
                          </a:rPr>
                          <m:t>𝑐𝑐𝑙</m:t>
                        </m:r>
                      </m:sub>
                    </m:sSub>
                    <m:r>
                      <a:rPr lang="fr-FR" altLang="zh-CN" sz="1100" b="0" i="1" smtClean="0">
                        <a:latin typeface="Cambria Math" panose="02040503050406030204" pitchFamily="18" charset="0"/>
                        <a:cs typeface="Arial"/>
                      </a:rPr>
                      <m:t>=6 </m:t>
                    </m:r>
                    <m:r>
                      <a:rPr lang="fr-FR" altLang="zh-CN" sz="1100" b="0" i="1" smtClean="0">
                        <a:latin typeface="Cambria Math" panose="02040503050406030204" pitchFamily="18" charset="0"/>
                        <a:cs typeface="Arial"/>
                      </a:rPr>
                      <m:t>𝑚𝑜𝑙</m:t>
                    </m:r>
                    <m:r>
                      <a:rPr lang="fr-FR" altLang="zh-CN" sz="1100" b="0" i="1" smtClean="0">
                        <a:latin typeface="Cambria Math" panose="02040503050406030204" pitchFamily="18" charset="0"/>
                        <a:cs typeface="Arial"/>
                      </a:rPr>
                      <m:t>/</m:t>
                    </m:r>
                    <m:sSup>
                      <m:sSupPr>
                        <m:ctrlPr>
                          <a:rPr lang="fr-FR" altLang="zh-CN" sz="11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fr-FR" altLang="zh-CN" sz="1100" b="0" i="1" smtClean="0">
                            <a:latin typeface="Cambria Math" panose="02040503050406030204" pitchFamily="18" charset="0"/>
                            <a:cs typeface="Arial"/>
                          </a:rPr>
                          <m:t>𝑚</m:t>
                        </m:r>
                      </m:e>
                      <m:sup>
                        <m:r>
                          <a:rPr lang="fr-FR" altLang="zh-CN" sz="1100" b="0" i="1" smtClean="0">
                            <a:latin typeface="Cambria Math" panose="02040503050406030204" pitchFamily="18" charset="0"/>
                            <a:cs typeface="Arial"/>
                          </a:rPr>
                          <m:t>3</m:t>
                        </m:r>
                      </m:sup>
                    </m:sSup>
                  </m:oMath>
                </a14:m>
                <a:endParaRPr 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9E8EC7-2088-1DCE-C44E-EF6D270C9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678" y="4316645"/>
                <a:ext cx="2127570" cy="279564"/>
              </a:xfrm>
              <a:prstGeom prst="rect">
                <a:avLst/>
              </a:prstGeom>
              <a:blipFill>
                <a:blip r:embed="rId5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B37EF2-C36F-3B42-5A60-C1643470D186}"/>
                  </a:ext>
                </a:extLst>
              </p:cNvPr>
              <p:cNvSpPr txBox="1"/>
              <p:nvPr/>
            </p:nvSpPr>
            <p:spPr>
              <a:xfrm>
                <a:off x="1258071" y="5612768"/>
                <a:ext cx="6736075" cy="530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The transition matrix: </a:t>
                </a:r>
                <a14:m>
                  <m:oMath xmlns:m="http://schemas.openxmlformats.org/officeDocument/2006/math">
                    <m:r>
                      <a:rPr lang="fr-FR" sz="160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̇"/>
                                <m:ctrlPr>
                                  <a:rPr lang="fr-FR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=0)</m:t>
                            </m:r>
                          </m:num>
                          <m:den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fr-FR" sz="16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(</m:t>
                            </m:r>
                            <m:r>
                              <a:rPr lang="fr-FR" sz="16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𝑡</m:t>
                            </m:r>
                            <m:r>
                              <a:rPr lang="fr-FR" sz="16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=0)</m:t>
                            </m:r>
                          </m:den>
                        </m:f>
                      </m:e>
                    </m:d>
                    <m:r>
                      <a:rPr lang="fr-FR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5251.33 ∗1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num>
                          <m:den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fr-FR" sz="16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6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[0.996]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B37EF2-C36F-3B42-5A60-C1643470D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71" y="5612768"/>
                <a:ext cx="6736075" cy="530594"/>
              </a:xfrm>
              <a:prstGeom prst="rect">
                <a:avLst/>
              </a:prstGeom>
              <a:blipFill>
                <a:blip r:embed="rId6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4B6713-41EC-9C65-AE01-61E2658266A7}"/>
                  </a:ext>
                </a:extLst>
              </p:cNvPr>
              <p:cNvSpPr txBox="1"/>
              <p:nvPr/>
            </p:nvSpPr>
            <p:spPr>
              <a:xfrm>
                <a:off x="2780463" y="4680710"/>
                <a:ext cx="2456370" cy="5032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2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𝑑𝐶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e>
                                    <m:sub>
                                      <m:r>
                                        <a:rPr lang="fr-FR" altLang="zh-CN" sz="1200" b="0" i="1" smtClean="0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,</m:t>
                                  </m:r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𝑐𝑐𝑙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Arial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US" sz="1200"/>
                        <m:t>−5251.33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4B6713-41EC-9C65-AE01-61E265826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463" y="4680710"/>
                <a:ext cx="2456370" cy="5032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Down 15">
            <a:extLst>
              <a:ext uri="{FF2B5EF4-FFF2-40B4-BE49-F238E27FC236}">
                <a16:creationId xmlns:a16="http://schemas.microsoft.com/office/drawing/2014/main" id="{095E0312-FCB7-F12C-BBC9-EB40D12D4413}"/>
              </a:ext>
            </a:extLst>
          </p:cNvPr>
          <p:cNvSpPr/>
          <p:nvPr/>
        </p:nvSpPr>
        <p:spPr>
          <a:xfrm>
            <a:off x="4626108" y="5207860"/>
            <a:ext cx="215661" cy="283495"/>
          </a:xfrm>
          <a:prstGeom prst="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68E786-2612-1B89-4331-44301E6E624D}"/>
                  </a:ext>
                </a:extLst>
              </p:cNvPr>
              <p:cNvSpPr txBox="1"/>
              <p:nvPr/>
            </p:nvSpPr>
            <p:spPr>
              <a:xfrm>
                <a:off x="3651585" y="5268490"/>
                <a:ext cx="8327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𝑑𝑡</m:t>
                      </m:r>
                      <m:r>
                        <a:rPr lang="fr-FR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=1</m:t>
                      </m:r>
                      <m:r>
                        <a:rPr lang="fr-FR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  <m:r>
                        <a:rPr lang="fr-FR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−6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68E786-2612-1B89-4331-44301E6E6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585" y="5268490"/>
                <a:ext cx="832728" cy="184666"/>
              </a:xfrm>
              <a:prstGeom prst="rect">
                <a:avLst/>
              </a:prstGeom>
              <a:blipFill>
                <a:blip r:embed="rId8"/>
                <a:stretch>
                  <a:fillRect l="-3650" r="-3650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3DAA2A1-4E99-C175-79FE-CE8639ABA9C8}"/>
              </a:ext>
            </a:extLst>
          </p:cNvPr>
          <p:cNvSpPr/>
          <p:nvPr/>
        </p:nvSpPr>
        <p:spPr>
          <a:xfrm>
            <a:off x="951021" y="4227528"/>
            <a:ext cx="7350174" cy="189938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2DDB6D-D3B1-8817-C4F7-848769C2CC3A}"/>
              </a:ext>
            </a:extLst>
          </p:cNvPr>
          <p:cNvSpPr/>
          <p:nvPr/>
        </p:nvSpPr>
        <p:spPr>
          <a:xfrm>
            <a:off x="6806047" y="4016790"/>
            <a:ext cx="1361209" cy="421476"/>
          </a:xfrm>
          <a:prstGeom prst="roundRect">
            <a:avLst/>
          </a:prstGeom>
          <a:solidFill>
            <a:srgbClr val="00AB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08C9D2-0BAA-5A4B-5F82-253D48B05ACB}"/>
              </a:ext>
            </a:extLst>
          </p:cNvPr>
          <p:cNvSpPr/>
          <p:nvPr/>
        </p:nvSpPr>
        <p:spPr>
          <a:xfrm>
            <a:off x="5181600" y="5668790"/>
            <a:ext cx="1377538" cy="1979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59B79D-831B-3EFB-E26E-8D60307EE98B}"/>
                  </a:ext>
                </a:extLst>
              </p:cNvPr>
              <p:cNvSpPr txBox="1"/>
              <p:nvPr/>
            </p:nvSpPr>
            <p:spPr>
              <a:xfrm>
                <a:off x="5383058" y="5106418"/>
                <a:ext cx="2327986" cy="477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231F20"/>
                    </a:solidFill>
                    <a:latin typeface="Arial"/>
                    <a:cs typeface="Arial"/>
                  </a:rPr>
                  <a:t>First order Taylor expansion: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𝐹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</m:d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𝑓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+</m:t>
                    </m:r>
                    <m:sSup>
                      <m:sSup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𝑓</m:t>
                        </m:r>
                      </m:e>
                      <m:sup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′</m:t>
                        </m:r>
                      </m:sup>
                    </m:sSup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)(</m:t>
                    </m:r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𝑡</m:t>
                    </m:r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2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59B79D-831B-3EFB-E26E-8D60307EE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058" y="5106418"/>
                <a:ext cx="2327986" cy="477503"/>
              </a:xfrm>
              <a:prstGeom prst="rect">
                <a:avLst/>
              </a:prstGeom>
              <a:blipFill>
                <a:blip r:embed="rId9"/>
                <a:stretch>
                  <a:fillRect t="-2564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636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C53857-7946-BDCA-8DBA-9B39C9F11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1 - OXYGEN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41AEA-48CF-BDEA-1EE6-3B673D7DF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60F37-9360-8CA7-1CC9-3D4BF2705F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03644" y="1708200"/>
            <a:ext cx="5180568" cy="1000000"/>
          </a:xfrm>
        </p:spPr>
        <p:txBody>
          <a:bodyPr/>
          <a:lstStyle/>
          <a:p>
            <a:r>
              <a:rPr lang="en-US" dirty="0"/>
              <a:t>The strategy of converting the state equation to the state transition matrix can also refer to the literature:</a:t>
            </a:r>
          </a:p>
          <a:p>
            <a:r>
              <a:rPr lang="en-US" dirty="0"/>
              <a:t>L. Xu </a:t>
            </a:r>
            <a:r>
              <a:rPr lang="en-US" i="1" dirty="0"/>
              <a:t>et al.</a:t>
            </a:r>
            <a:r>
              <a:rPr lang="en-US" dirty="0"/>
              <a:t>, “Anode state observation of polymer electrolyte membrane fuel cell based on unscented Kalman filter and relative humidity sensor before flooding,” </a:t>
            </a:r>
            <a:r>
              <a:rPr lang="en-US" i="1" dirty="0"/>
              <a:t>Renewable Energy</a:t>
            </a:r>
            <a:r>
              <a:rPr lang="en-US" dirty="0"/>
              <a:t>, vol. 168, pp. 1294–1307, May 2021.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622C5-6873-FFBC-3D03-64AEB47C5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106" y="3052167"/>
            <a:ext cx="3690141" cy="63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23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4DA643-ECCF-9C93-8AE5-660BA1A016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1 - OXYGEN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971893-7B1F-BAD8-B84F-D0FCE0425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E9FD8-69A7-4B20-7A4F-4857DCEAD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58" y="3771899"/>
            <a:ext cx="2534407" cy="2112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32A740-8C95-B939-603C-489263B46C72}"/>
                  </a:ext>
                </a:extLst>
              </p:cNvPr>
              <p:cNvSpPr txBox="1"/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F32A740-8C95-B939-603C-489263B46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FAF47-5D89-BC2E-AB84-79CD59751633}"/>
                  </a:ext>
                </a:extLst>
              </p:cNvPr>
              <p:cNvSpPr txBox="1"/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50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FAF47-5D89-BC2E-AB84-79CD59751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BD1F3D0E-F5B7-333D-2B8A-8436EB815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542" y="3771899"/>
            <a:ext cx="2534407" cy="2112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8EDA26-40D4-FEC9-166F-9EE7FE2FE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25" y="3771899"/>
            <a:ext cx="2534407" cy="2112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5AB29A-73CE-DCB1-8E15-4205D5444550}"/>
                  </a:ext>
                </a:extLst>
              </p:cNvPr>
              <p:cNvSpPr txBox="1"/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5AB29A-73CE-DCB1-8E15-4205D5444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67779C-28A1-E603-D9BB-178313BB49D8}"/>
              </a:ext>
            </a:extLst>
          </p:cNvPr>
          <p:cNvCxnSpPr/>
          <p:nvPr/>
        </p:nvCxnSpPr>
        <p:spPr>
          <a:xfrm>
            <a:off x="602668" y="3418111"/>
            <a:ext cx="764530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E70147-4DEE-20FB-9354-4E53C5DC28EB}"/>
              </a:ext>
            </a:extLst>
          </p:cNvPr>
          <p:cNvSpPr/>
          <p:nvPr/>
        </p:nvSpPr>
        <p:spPr>
          <a:xfrm>
            <a:off x="1059874" y="3190013"/>
            <a:ext cx="3387437" cy="450757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31F20"/>
                </a:solidFill>
                <a:cs typeface="Arial"/>
              </a:rPr>
              <a:t>benchmark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4C8E6A-651F-09C3-1593-4E03B0AF2E8C}"/>
              </a:ext>
            </a:extLst>
          </p:cNvPr>
          <p:cNvSpPr/>
          <p:nvPr/>
        </p:nvSpPr>
        <p:spPr>
          <a:xfrm>
            <a:off x="4791375" y="1064573"/>
            <a:ext cx="3456595" cy="1882946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2AABB-F36A-B78C-A18B-BFC338EBB2F8}"/>
              </a:ext>
            </a:extLst>
          </p:cNvPr>
          <p:cNvSpPr/>
          <p:nvPr/>
        </p:nvSpPr>
        <p:spPr>
          <a:xfrm>
            <a:off x="5553459" y="1186464"/>
            <a:ext cx="1118204" cy="5769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DF0430-5614-7709-65C5-272B036B4E09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6671663" y="1474917"/>
            <a:ext cx="415277" cy="32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74675C-B6A2-D154-695B-CE6544AEBC69}"/>
                  </a:ext>
                </a:extLst>
              </p:cNvPr>
              <p:cNvSpPr txBox="1"/>
              <p:nvPr/>
            </p:nvSpPr>
            <p:spPr>
              <a:xfrm>
                <a:off x="7246902" y="673310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74675C-B6A2-D154-695B-CE6544AEB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902" y="673310"/>
                <a:ext cx="153760" cy="215444"/>
              </a:xfrm>
              <a:prstGeom prst="rect">
                <a:avLst/>
              </a:prstGeom>
              <a:blipFill>
                <a:blip r:embed="rId8"/>
                <a:stretch>
                  <a:fillRect l="-28000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261CF4B-614A-8AA5-A1AC-5830F872E32E}"/>
                  </a:ext>
                </a:extLst>
              </p:cNvPr>
              <p:cNvSpPr/>
              <p:nvPr/>
            </p:nvSpPr>
            <p:spPr>
              <a:xfrm>
                <a:off x="7086940" y="1260675"/>
                <a:ext cx="764793" cy="434963"/>
              </a:xfrm>
              <a:prstGeom prst="roundRect">
                <a:avLst/>
              </a:prstGeom>
              <a:ln w="28575">
                <a:solidFill>
                  <a:srgbClr val="C00000"/>
                </a:solidFill>
              </a:ln>
              <a:effectLst>
                <a:glow rad="101600">
                  <a:srgbClr val="FF0000">
                    <a:alpha val="60000"/>
                  </a:srgb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261CF4B-614A-8AA5-A1AC-5830F872E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940" y="1260675"/>
                <a:ext cx="764793" cy="434963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  <a:effectLst>
                <a:glow rad="101600">
                  <a:srgbClr val="FF0000">
                    <a:alpha val="60000"/>
                  </a:srgb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292057-E6B7-5040-B393-0B67A800947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469337" y="780467"/>
            <a:ext cx="33" cy="480208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BBF189-79DA-3E10-A3C6-5ED0A883729A}"/>
                  </a:ext>
                </a:extLst>
              </p:cNvPr>
              <p:cNvSpPr txBox="1"/>
              <p:nvPr/>
            </p:nvSpPr>
            <p:spPr>
              <a:xfrm>
                <a:off x="6808784" y="1235646"/>
                <a:ext cx="15376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1BBF189-79DA-3E10-A3C6-5ED0A8837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784" y="1235646"/>
                <a:ext cx="153760" cy="215444"/>
              </a:xfrm>
              <a:prstGeom prst="rect">
                <a:avLst/>
              </a:prstGeom>
              <a:blipFill>
                <a:blip r:embed="rId10"/>
                <a:stretch>
                  <a:fillRect l="-28000" t="-14286" r="-72000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2434E0-C486-A1CB-556A-5EC11EF159E1}"/>
                  </a:ext>
                </a:extLst>
              </p:cNvPr>
              <p:cNvSpPr txBox="1"/>
              <p:nvPr/>
            </p:nvSpPr>
            <p:spPr>
              <a:xfrm>
                <a:off x="7306971" y="1715714"/>
                <a:ext cx="14343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𝑒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B2434E0-C486-A1CB-556A-5EC11EF1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971" y="1715714"/>
                <a:ext cx="143437" cy="215444"/>
              </a:xfrm>
              <a:prstGeom prst="rect">
                <a:avLst/>
              </a:prstGeom>
              <a:blipFill>
                <a:blip r:embed="rId11"/>
                <a:stretch>
                  <a:fillRect l="-17391"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1F3B95-9D05-4FAD-2AA2-97DACE7F9444}"/>
                  </a:ext>
                </a:extLst>
              </p:cNvPr>
              <p:cNvSpPr txBox="1"/>
              <p:nvPr/>
            </p:nvSpPr>
            <p:spPr>
              <a:xfrm>
                <a:off x="7095579" y="2039111"/>
                <a:ext cx="1513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61F3B95-9D05-4FAD-2AA2-97DACE7F9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579" y="2039111"/>
                <a:ext cx="151323" cy="215444"/>
              </a:xfrm>
              <a:prstGeom prst="rect">
                <a:avLst/>
              </a:prstGeom>
              <a:blipFill>
                <a:blip r:embed="rId12"/>
                <a:stretch>
                  <a:fillRect l="-16000" t="-11111" r="-6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170E3397-5941-1C33-784B-E30054BE9B10}"/>
              </a:ext>
            </a:extLst>
          </p:cNvPr>
          <p:cNvSpPr/>
          <p:nvPr/>
        </p:nvSpPr>
        <p:spPr>
          <a:xfrm>
            <a:off x="7377930" y="2154118"/>
            <a:ext cx="182880" cy="182880"/>
          </a:xfrm>
          <a:prstGeom prst="ellipse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214C81-554E-D352-6196-FB34176B2810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>
            <a:off x="7469337" y="1695638"/>
            <a:ext cx="33" cy="45848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D7F18F-CC7C-2FB4-0A4F-832976CB29E4}"/>
                  </a:ext>
                </a:extLst>
              </p:cNvPr>
              <p:cNvSpPr txBox="1"/>
              <p:nvPr/>
            </p:nvSpPr>
            <p:spPr>
              <a:xfrm>
                <a:off x="7379448" y="2119788"/>
                <a:ext cx="184346" cy="182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DD7F18F-CC7C-2FB4-0A4F-832976CB2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448" y="2119788"/>
                <a:ext cx="184346" cy="182880"/>
              </a:xfrm>
              <a:prstGeom prst="rect">
                <a:avLst/>
              </a:prstGeom>
              <a:blipFill>
                <a:blip r:embed="rId13"/>
                <a:stretch>
                  <a:fillRect l="-20000" r="-1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B99024F-C5F2-6291-3CEC-7C67A01FC2EA}"/>
              </a:ext>
            </a:extLst>
          </p:cNvPr>
          <p:cNvCxnSpPr>
            <a:cxnSpLocks/>
            <a:stCxn id="19" idx="2"/>
            <a:endCxn id="27" idx="2"/>
          </p:cNvCxnSpPr>
          <p:nvPr/>
        </p:nvCxnSpPr>
        <p:spPr>
          <a:xfrm rot="16200000" flipH="1">
            <a:off x="6504151" y="1371779"/>
            <a:ext cx="482188" cy="1265369"/>
          </a:xfrm>
          <a:prstGeom prst="bentConnector2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9A85CEA-E56B-DB15-E2D8-DE6E97B6DA70}"/>
              </a:ext>
            </a:extLst>
          </p:cNvPr>
          <p:cNvCxnSpPr>
            <a:cxnSpLocks/>
            <a:stCxn id="27" idx="4"/>
            <a:endCxn id="19" idx="1"/>
          </p:cNvCxnSpPr>
          <p:nvPr/>
        </p:nvCxnSpPr>
        <p:spPr>
          <a:xfrm rot="5400000" flipH="1">
            <a:off x="6080374" y="948003"/>
            <a:ext cx="862081" cy="1915911"/>
          </a:xfrm>
          <a:prstGeom prst="bentConnector4">
            <a:avLst>
              <a:gd name="adj1" fmla="val -49739"/>
              <a:gd name="adj2" fmla="val 116621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C3D761-096A-849F-E54D-7B8CEB6E1E81}"/>
                  </a:ext>
                </a:extLst>
              </p:cNvPr>
              <p:cNvSpPr txBox="1"/>
              <p:nvPr/>
            </p:nvSpPr>
            <p:spPr>
              <a:xfrm>
                <a:off x="697557" y="1687111"/>
                <a:ext cx="1711109" cy="2289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𝑡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EC3D761-096A-849F-E54D-7B8CEB6E1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57" y="1687111"/>
                <a:ext cx="1711109" cy="228973"/>
              </a:xfrm>
              <a:prstGeom prst="rect">
                <a:avLst/>
              </a:prstGeom>
              <a:blipFill>
                <a:blip r:embed="rId14"/>
                <a:stretch>
                  <a:fillRect l="-712" t="-5405" b="-3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7B5ACA-71C0-D133-258D-9C4CEFFE2757}"/>
                  </a:ext>
                </a:extLst>
              </p:cNvPr>
              <p:cNvSpPr txBox="1"/>
              <p:nvPr/>
            </p:nvSpPr>
            <p:spPr>
              <a:xfrm>
                <a:off x="623450" y="1937781"/>
                <a:ext cx="97753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̂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7B5ACA-71C0-D133-258D-9C4CEFFE2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50" y="1937781"/>
                <a:ext cx="977538" cy="307777"/>
              </a:xfrm>
              <a:prstGeom prst="rect">
                <a:avLst/>
              </a:prstGeom>
              <a:blipFill>
                <a:blip r:embed="rId15"/>
                <a:stretch>
                  <a:fillRect r="-1739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28A8BFB2-B071-FDC6-497A-D434971B627B}"/>
              </a:ext>
            </a:extLst>
          </p:cNvPr>
          <p:cNvSpPr txBox="1"/>
          <p:nvPr/>
        </p:nvSpPr>
        <p:spPr>
          <a:xfrm>
            <a:off x="556876" y="1076009"/>
            <a:ext cx="3852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Apply the Luenberger observer to estimate the oxygen concentration:</a:t>
            </a:r>
          </a:p>
        </p:txBody>
      </p:sp>
    </p:spTree>
    <p:extLst>
      <p:ext uri="{BB962C8B-B14F-4D97-AF65-F5344CB8AC3E}">
        <p14:creationId xmlns:p14="http://schemas.microsoft.com/office/powerpoint/2010/main" val="3824096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B6F41E-7B8D-531A-8CD4-FCFD218473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1 - OXYGEN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84F83-4B0E-34BD-1A2C-A1BDF3A4F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CE30035-DDD4-2907-4DA1-13B3C9852AD8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52223" y="1326203"/>
                <a:ext cx="5252809" cy="286232"/>
              </a:xfrm>
            </p:spPr>
            <p:txBody>
              <a:bodyPr/>
              <a:lstStyle/>
              <a:p>
                <a:r>
                  <a:rPr lang="en-US" sz="1400" dirty="0"/>
                  <a:t>Check the observability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Ο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CE30035-DDD4-2907-4DA1-13B3C9852A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52223" y="1326203"/>
                <a:ext cx="5252809" cy="286232"/>
              </a:xfrm>
              <a:blipFill>
                <a:blip r:embed="rId2"/>
                <a:stretch>
                  <a:fillRect l="-348" t="-10638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E977352-A0EB-6A31-D985-1DE498692D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6324" y="1807770"/>
                <a:ext cx="2997981" cy="77361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sz="14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(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p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𝐶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p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(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14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E977352-A0EB-6A31-D985-1DE498692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24" y="1807770"/>
                <a:ext cx="2997981" cy="773610"/>
              </a:xfrm>
              <a:prstGeom prst="rect">
                <a:avLst/>
              </a:prstGeom>
              <a:blipFill>
                <a:blip r:embed="rId3"/>
                <a:stretch>
                  <a:fillRect t="-4762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85D3AF6-EDC6-0EC7-5A32-6EEAF67BF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03" y="3273379"/>
            <a:ext cx="3139000" cy="1440950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1B2C0A6-C032-DACE-EC7A-F7818D753151}"/>
              </a:ext>
            </a:extLst>
          </p:cNvPr>
          <p:cNvSpPr/>
          <p:nvPr/>
        </p:nvSpPr>
        <p:spPr>
          <a:xfrm flipV="1">
            <a:off x="3275587" y="2725499"/>
            <a:ext cx="197922" cy="403761"/>
          </a:xfrm>
          <a:prstGeom prst="down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FCAE7C-AD2B-3325-5F07-136769C10DAC}"/>
                  </a:ext>
                </a:extLst>
              </p:cNvPr>
              <p:cNvSpPr txBox="1"/>
              <p:nvPr/>
            </p:nvSpPr>
            <p:spPr>
              <a:xfrm>
                <a:off x="2755314" y="2847345"/>
                <a:ext cx="5049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𝑛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20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FCAE7C-AD2B-3325-5F07-136769C10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314" y="2847345"/>
                <a:ext cx="504945" cy="184666"/>
              </a:xfrm>
              <a:prstGeom prst="rect">
                <a:avLst/>
              </a:prstGeom>
              <a:blipFill>
                <a:blip r:embed="rId5"/>
                <a:stretch>
                  <a:fillRect l="-3614" r="-6024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AB3D5F4-4B61-44A8-B4E5-BF0F7CC4362F}"/>
              </a:ext>
            </a:extLst>
          </p:cNvPr>
          <p:cNvSpPr txBox="1"/>
          <p:nvPr/>
        </p:nvSpPr>
        <p:spPr>
          <a:xfrm>
            <a:off x="1120503" y="5237019"/>
            <a:ext cx="704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231F20"/>
                </a:solidFill>
                <a:latin typeface="Arial"/>
                <a:cs typeface="Arial"/>
              </a:rPr>
              <a:t>It’s very easy to tell that the observability matrix is full rank until the convergency of the estimation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DA6430-32B8-E00D-B323-3C506456C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1574" y="1845969"/>
            <a:ext cx="3425784" cy="28548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1A83D6-30EF-307F-B54C-5B83109F79CA}"/>
              </a:ext>
            </a:extLst>
          </p:cNvPr>
          <p:cNvSpPr txBox="1"/>
          <p:nvPr/>
        </p:nvSpPr>
        <p:spPr>
          <a:xfrm>
            <a:off x="1524001" y="3104070"/>
            <a:ext cx="26132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The n element of the observability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1D26D6-08E7-929C-9156-25A30FA84053}"/>
                  </a:ext>
                </a:extLst>
              </p:cNvPr>
              <p:cNvSpPr txBox="1"/>
              <p:nvPr/>
            </p:nvSpPr>
            <p:spPr>
              <a:xfrm>
                <a:off x="2602451" y="4596838"/>
                <a:ext cx="2958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𝑛</m:t>
                      </m:r>
                    </m:oMath>
                  </m:oMathPara>
                </a14:m>
                <a:endParaRPr lang="en-US" sz="10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1D26D6-08E7-929C-9156-25A30FA84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451" y="4596838"/>
                <a:ext cx="295850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299B38C-F293-9657-8DEA-10A4C3BF158D}"/>
              </a:ext>
            </a:extLst>
          </p:cNvPr>
          <p:cNvSpPr txBox="1"/>
          <p:nvPr/>
        </p:nvSpPr>
        <p:spPr>
          <a:xfrm flipV="1">
            <a:off x="921728" y="3689909"/>
            <a:ext cx="338554" cy="41774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951136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D660B6-EC60-F7AB-B0A8-76CD9E092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Observability – nonlinear time-varying 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70F673-A001-1EF1-A547-DEB07B4ED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6EDA24-D63C-4416-A8E3-D493F0D936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30975" y="2380920"/>
                <a:ext cx="634789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20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200" i="1" noProof="0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𝑓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12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06EDA24-D63C-4416-A8E3-D493F0D93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5" y="2380920"/>
                <a:ext cx="634789" cy="166199"/>
              </a:xfrm>
              <a:prstGeom prst="rect">
                <a:avLst/>
              </a:prstGeom>
              <a:blipFill>
                <a:blip r:embed="rId2"/>
                <a:stretch>
                  <a:fillRect l="-1923" t="-14815" r="-8654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4AD1947B-7AEF-6B19-EA18-13A6C80264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25564" y="2677471"/>
                <a:ext cx="635687" cy="16619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>
                <a:lvl1pPr marL="0" indent="0" algn="l" defTabSz="685756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-107997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19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072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295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827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705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583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460" indent="-171439" algn="l" defTabSz="685756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r>
                        <a:rPr lang="en-US" sz="120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1200" b="0" i="1" noProof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1200" noProof="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4AD1947B-7AEF-6B19-EA18-13A6C8026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564" y="2677471"/>
                <a:ext cx="635687" cy="166199"/>
              </a:xfrm>
              <a:prstGeom prst="rect">
                <a:avLst/>
              </a:prstGeom>
              <a:blipFill>
                <a:blip r:embed="rId3"/>
                <a:stretch>
                  <a:fillRect l="-4808" t="-11111" r="-8654" b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49F5C2D6-FD32-D88F-9B39-2CEA27E1192D}"/>
              </a:ext>
            </a:extLst>
          </p:cNvPr>
          <p:cNvSpPr/>
          <p:nvPr/>
        </p:nvSpPr>
        <p:spPr>
          <a:xfrm>
            <a:off x="4086641" y="2429619"/>
            <a:ext cx="113623" cy="403229"/>
          </a:xfrm>
          <a:prstGeom prst="leftBrac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BA464A-BEE2-6512-2373-F456F2F983B3}"/>
                  </a:ext>
                </a:extLst>
              </p:cNvPr>
              <p:cNvSpPr txBox="1"/>
              <p:nvPr/>
            </p:nvSpPr>
            <p:spPr>
              <a:xfrm>
                <a:off x="530747" y="2038723"/>
                <a:ext cx="5728620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Consider a nonlinear time-varying system (NTVS) </a:t>
                </a:r>
                <a:r>
                  <a:rPr lang="en-US" sz="1050" dirty="0">
                    <a:solidFill>
                      <a:srgbClr val="231F20"/>
                    </a:solidFill>
                    <a:latin typeface="Arial"/>
                    <a:cs typeface="Arial"/>
                  </a:rPr>
                  <a:t>which represented by the </a:t>
                </a:r>
                <a:r>
                  <a:rPr lang="en-US" sz="1050" u="sng" dirty="0">
                    <a:solidFill>
                      <a:srgbClr val="231F20"/>
                    </a:solidFill>
                    <a:latin typeface="Arial"/>
                    <a:cs typeface="Arial"/>
                  </a:rPr>
                  <a:t>state equation</a:t>
                </a:r>
                <a14:m>
                  <m:oMath xmlns:m="http://schemas.openxmlformats.org/officeDocument/2006/math">
                    <m:r>
                      <a:rPr lang="en-US" sz="1050" b="0" i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 </m:t>
                    </m:r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𝑓</m:t>
                    </m:r>
                  </m:oMath>
                </a14:m>
                <a:r>
                  <a:rPr lang="en-US" sz="1050" noProof="0" dirty="0">
                    <a:solidFill>
                      <a:srgbClr val="231F20"/>
                    </a:solidFill>
                    <a:latin typeface="Arial"/>
                    <a:cs typeface="Arial"/>
                  </a:rPr>
                  <a:t>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BA464A-BEE2-6512-2373-F456F2F9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7" y="2038723"/>
                <a:ext cx="5728620" cy="253916"/>
              </a:xfrm>
              <a:prstGeom prst="rect">
                <a:avLst/>
              </a:prstGeom>
              <a:blipFill>
                <a:blip r:embed="rId4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7D485C9-418F-9829-88C2-931294404C3D}"/>
              </a:ext>
            </a:extLst>
          </p:cNvPr>
          <p:cNvSpPr txBox="1"/>
          <p:nvPr/>
        </p:nvSpPr>
        <p:spPr>
          <a:xfrm>
            <a:off x="530747" y="3080540"/>
            <a:ext cx="65947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The time derivative of the output is calculated using the </a:t>
            </a:r>
            <a:r>
              <a:rPr lang="en-US" sz="1050" u="sng" dirty="0">
                <a:solidFill>
                  <a:srgbClr val="231F20"/>
                </a:solidFill>
                <a:latin typeface="Arial"/>
                <a:cs typeface="Arial"/>
              </a:rPr>
              <a:t>chain rule</a:t>
            </a:r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54EDAC-975D-DCA1-C393-DAA6B5378E37}"/>
                  </a:ext>
                </a:extLst>
              </p:cNvPr>
              <p:cNvSpPr txBox="1"/>
              <p:nvPr/>
            </p:nvSpPr>
            <p:spPr>
              <a:xfrm>
                <a:off x="530747" y="1008746"/>
                <a:ext cx="742176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For a fixed time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𝑡</m:t>
                    </m:r>
                  </m:oMath>
                </a14:m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, the stacked output vector </a:t>
                </a:r>
                <a14:m>
                  <m:oMath xmlns:m="http://schemas.openxmlformats.org/officeDocument/2006/math">
                    <m:r>
                      <a:rPr lang="en-US" sz="1100" i="1" dirty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𝐻</m:t>
                    </m:r>
                  </m:oMath>
                </a14:m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 is a function that maps the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 to the vector of output derivatives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1100" i="1" dirty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𝐻</m:t>
                    </m:r>
                  </m:oMath>
                </a14:m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 is full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 can be </a:t>
                </a:r>
                <a:r>
                  <a:rPr lang="en-US" sz="1100" b="1" dirty="0">
                    <a:solidFill>
                      <a:srgbClr val="231F20"/>
                    </a:solidFill>
                    <a:cs typeface="Arial"/>
                  </a:rPr>
                  <a:t>uniquely</a:t>
                </a:r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 solved because the mapping function is </a:t>
                </a:r>
                <a:r>
                  <a:rPr lang="en-US" sz="1100" b="1" dirty="0">
                    <a:solidFill>
                      <a:srgbClr val="231F20"/>
                    </a:solidFill>
                    <a:cs typeface="Arial"/>
                  </a:rPr>
                  <a:t>invertible</a:t>
                </a:r>
                <a:r>
                  <a:rPr lang="en-US" sz="1100" dirty="0">
                    <a:solidFill>
                      <a:srgbClr val="231F20"/>
                    </a:solidFill>
                    <a:cs typeface="Arial"/>
                  </a:rPr>
                  <a:t>:</a:t>
                </a:r>
                <a:endParaRPr 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54EDAC-975D-DCA1-C393-DAA6B5378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7" y="1008746"/>
                <a:ext cx="7421762" cy="430887"/>
              </a:xfrm>
              <a:prstGeom prst="rect">
                <a:avLst/>
              </a:prstGeom>
              <a:blipFill>
                <a:blip r:embed="rId5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0697B7-40D8-44F6-4FAE-520F44D9CF31}"/>
                  </a:ext>
                </a:extLst>
              </p:cNvPr>
              <p:cNvSpPr txBox="1"/>
              <p:nvPr/>
            </p:nvSpPr>
            <p:spPr>
              <a:xfrm>
                <a:off x="4086641" y="1508079"/>
                <a:ext cx="80817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𝐻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:</m:t>
                      </m:r>
                      <m:sSup>
                        <m:sSup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</m:sup>
                      </m:sSup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→</m:t>
                      </m:r>
                      <m:sSup>
                        <m:sSup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𝑅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0697B7-40D8-44F6-4FAE-520F44D9C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41" y="1508079"/>
                <a:ext cx="808170" cy="184666"/>
              </a:xfrm>
              <a:prstGeom prst="rect">
                <a:avLst/>
              </a:prstGeom>
              <a:blipFill>
                <a:blip r:embed="rId6"/>
                <a:stretch>
                  <a:fillRect l="-3759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DA94B2-75BD-E944-7C13-58214B71432C}"/>
                  </a:ext>
                </a:extLst>
              </p:cNvPr>
              <p:cNvSpPr txBox="1"/>
              <p:nvPr/>
            </p:nvSpPr>
            <p:spPr>
              <a:xfrm>
                <a:off x="4086641" y="1760976"/>
                <a:ext cx="80817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𝑛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𝐻</m:t>
                      </m:r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12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DA94B2-75BD-E944-7C13-58214B714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41" y="1760976"/>
                <a:ext cx="808170" cy="184666"/>
              </a:xfrm>
              <a:prstGeom prst="rect">
                <a:avLst/>
              </a:prstGeom>
              <a:blipFill>
                <a:blip r:embed="rId7"/>
                <a:stretch>
                  <a:fillRect l="-2256" t="-3333" r="-5263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F4FE56-1335-66C5-DB06-72D314270A7D}"/>
                  </a:ext>
                </a:extLst>
              </p:cNvPr>
              <p:cNvSpPr txBox="1"/>
              <p:nvPr/>
            </p:nvSpPr>
            <p:spPr>
              <a:xfrm>
                <a:off x="1908727" y="3399170"/>
                <a:ext cx="4575958" cy="420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e>
                      </m:d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>
                        <m:fPr>
                          <m:ctrlP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𝜕</m:t>
                          </m:r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𝜕</m:t>
                          </m:r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den>
                      </m:f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050" b="0" i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∇</m:t>
                      </m:r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  <m:d>
                        <m:dPr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⋅</m:t>
                      </m:r>
                      <m:acc>
                        <m:accPr>
                          <m:chr m:val="̇"/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e>
                      </m:d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05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∇</m:t>
                      </m:r>
                      <m:r>
                        <a:rPr lang="en-US" sz="105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  <m:d>
                        <m:dPr>
                          <m:ctrlP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050" i="1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⋅</m:t>
                      </m:r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𝑓</m:t>
                      </m:r>
                      <m:d>
                        <m:dPr>
                          <m:ctrlP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F4FE56-1335-66C5-DB06-72D314270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727" y="3399170"/>
                <a:ext cx="4575958" cy="4208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4D37D74-2457-BBD1-5B36-386E17607A41}"/>
              </a:ext>
            </a:extLst>
          </p:cNvPr>
          <p:cNvSpPr/>
          <p:nvPr/>
        </p:nvSpPr>
        <p:spPr>
          <a:xfrm>
            <a:off x="4785758" y="3421529"/>
            <a:ext cx="566056" cy="3761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5451B9-29B7-4DDF-A07A-37212F1333AB}"/>
              </a:ext>
            </a:extLst>
          </p:cNvPr>
          <p:cNvSpPr txBox="1"/>
          <p:nvPr/>
        </p:nvSpPr>
        <p:spPr>
          <a:xfrm>
            <a:off x="6182209" y="3478774"/>
            <a:ext cx="13032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00" dirty="0">
                <a:solidFill>
                  <a:srgbClr val="231F20"/>
                </a:solidFill>
                <a:latin typeface="Arial"/>
                <a:cs typeface="Arial"/>
              </a:rPr>
              <a:t>Lie derivative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D4A57AA-993F-A033-B927-459D05553D10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>
            <a:off x="5351814" y="3609579"/>
            <a:ext cx="8303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3D93916-249A-B8A5-E288-4CB59E2633EA}"/>
              </a:ext>
            </a:extLst>
          </p:cNvPr>
          <p:cNvSpPr txBox="1"/>
          <p:nvPr/>
        </p:nvSpPr>
        <p:spPr>
          <a:xfrm>
            <a:off x="2741426" y="4033455"/>
            <a:ext cx="9536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dirty="0">
                <a:solidFill>
                  <a:srgbClr val="231F20"/>
                </a:solidFill>
                <a:latin typeface="Arial"/>
                <a:cs typeface="Arial"/>
              </a:rPr>
              <a:t>Where: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3E0731-A625-ADF6-8443-A8979B2EE4DF}"/>
                  </a:ext>
                </a:extLst>
              </p:cNvPr>
              <p:cNvSpPr txBox="1"/>
              <p:nvPr/>
            </p:nvSpPr>
            <p:spPr>
              <a:xfrm>
                <a:off x="2002600" y="3935932"/>
                <a:ext cx="4575958" cy="451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50" b="0" i="0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∇</m:t>
                      </m:r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h</m:t>
                      </m:r>
                      <m:d>
                        <m:dPr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105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05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5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05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5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05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,…,</m:t>
                          </m:r>
                          <m:f>
                            <m:fPr>
                              <m:ctrlPr>
                                <a:rPr lang="en-US" sz="105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Pr>
                            <m:num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</m:num>
                            <m:den>
                              <m:r>
                                <a:rPr lang="en-US" sz="105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105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5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43E0731-A625-ADF6-8443-A8979B2EE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600" y="3935932"/>
                <a:ext cx="4575958" cy="4519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DEBBB04-387E-7F63-875A-FA6FF3D3E626}"/>
                  </a:ext>
                </a:extLst>
              </p:cNvPr>
              <p:cNvSpPr txBox="1"/>
              <p:nvPr/>
            </p:nvSpPr>
            <p:spPr>
              <a:xfrm>
                <a:off x="530746" y="4518475"/>
                <a:ext cx="659476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231F20"/>
                    </a:solidFill>
                    <a:latin typeface="Arial"/>
                    <a:cs typeface="Arial"/>
                  </a:rPr>
                  <a:t>Calculate the Jacobian of this stacked vector yields a vector field at time </a:t>
                </a:r>
                <a14:m>
                  <m:oMath xmlns:m="http://schemas.openxmlformats.org/officeDocument/2006/math">
                    <m:r>
                      <a:rPr lang="en-US" sz="105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𝑡</m:t>
                    </m:r>
                  </m:oMath>
                </a14:m>
                <a:r>
                  <a:rPr lang="en-US" sz="1050" dirty="0">
                    <a:solidFill>
                      <a:srgbClr val="231F20"/>
                    </a:solidFill>
                    <a:latin typeface="Arial"/>
                    <a:cs typeface="Arial"/>
                  </a:rPr>
                  <a:t>: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DEBBB04-387E-7F63-875A-FA6FF3D3E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6" y="4518475"/>
                <a:ext cx="6594763" cy="253916"/>
              </a:xfrm>
              <a:prstGeom prst="rect">
                <a:avLst/>
              </a:prstGeom>
              <a:blipFill>
                <a:blip r:embed="rId10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28F38F-8469-6200-F6D1-986AD2232FEF}"/>
                  </a:ext>
                </a:extLst>
              </p:cNvPr>
              <p:cNvSpPr txBox="1"/>
              <p:nvPr/>
            </p:nvSpPr>
            <p:spPr>
              <a:xfrm>
                <a:off x="2978687" y="4936367"/>
                <a:ext cx="2278124" cy="724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𝑂</m:t>
                      </m:r>
                      <m:d>
                        <m:d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𝑡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  <m: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  <m: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e>
                              <m: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1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1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  <m:r>
                                    <a:rPr lang="en-US" sz="11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r>
                                    <a:rPr lang="en-US" sz="1100" b="0" i="1" smtClean="0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100" b="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</m:e>
                          </m:eqArr>
                        </m:e>
                      </m:d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(</m:t>
                              </m:r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10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∇</m:t>
                              </m:r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sz="1100" i="1">
                                          <a:solidFill>
                                            <a:srgbClr val="231F2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100" i="1">
                                          <a:solidFill>
                                            <a:srgbClr val="231F2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⋅</m:t>
                              </m:r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𝑛</m:t>
                                  </m:r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solidFill>
                                        <a:srgbClr val="231F2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28F38F-8469-6200-F6D1-986AD2232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687" y="4936367"/>
                <a:ext cx="2278124" cy="7242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79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04DA7D-06D3-9908-0AE7-BBADEC9679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Observability – numerical calculation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0148E6-6CC3-0C48-FDFB-225B53FA8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439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3FC2F-88BD-423E-28EB-09DC087A1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B1CB8EA-030B-CEB6-DA23-45FB763519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2 – gas concentration 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701845-277F-D077-7D20-6F8205CB52EE}"/>
              </a:ext>
            </a:extLst>
          </p:cNvPr>
          <p:cNvSpPr txBox="1"/>
          <p:nvPr/>
        </p:nvSpPr>
        <p:spPr>
          <a:xfrm>
            <a:off x="1369997" y="2289885"/>
            <a:ext cx="6333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Take advantage the observer model, we apply it to a simple PEMFC case: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798832-B119-CDC7-37F5-C6922BA1C537}"/>
                  </a:ext>
                </a:extLst>
              </p:cNvPr>
              <p:cNvSpPr txBox="1"/>
              <p:nvPr/>
            </p:nvSpPr>
            <p:spPr>
              <a:xfrm>
                <a:off x="2718253" y="2733174"/>
                <a:ext cx="4574704" cy="910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1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𝑣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𝑠𝑜𝑟𝑝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𝑣𝑙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𝑝𝑟𝑜𝑑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6798832-B119-CDC7-37F5-C6922BA1C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53" y="2733174"/>
                <a:ext cx="4574704" cy="910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F2A484C-D1D3-29EE-319C-21CC62B0D88F}"/>
              </a:ext>
            </a:extLst>
          </p:cNvPr>
          <p:cNvSpPr txBox="1"/>
          <p:nvPr/>
        </p:nvSpPr>
        <p:spPr>
          <a:xfrm>
            <a:off x="1369997" y="3736992"/>
            <a:ext cx="57806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In this equation, the source 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and diffusion components are </a:t>
            </a:r>
            <a:r>
              <a:rPr lang="fr-FR" sz="1400" dirty="0" err="1">
                <a:solidFill>
                  <a:srgbClr val="231F20"/>
                </a:solidFill>
                <a:latin typeface="Arial"/>
                <a:cs typeface="Arial"/>
              </a:rPr>
              <a:t>given</a:t>
            </a:r>
            <a:r>
              <a:rPr lang="fr-FR" sz="1400" dirty="0">
                <a:solidFill>
                  <a:srgbClr val="231F20"/>
                </a:solidFill>
                <a:latin typeface="Arial"/>
                <a:cs typeface="Arial"/>
              </a:rPr>
              <a:t> by: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BA51033D-2F6E-9ADF-81BE-3EACC470C3BE}"/>
                  </a:ext>
                </a:extLst>
              </p:cNvPr>
              <p:cNvSpPr txBox="1"/>
              <p:nvPr/>
            </p:nvSpPr>
            <p:spPr>
              <a:xfrm>
                <a:off x="2718253" y="4322264"/>
                <a:ext cx="5857590" cy="1342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altLang="zh-CN" sz="1050" dirty="0">
                    <a:solidFill>
                      <a:schemeClr val="tx1"/>
                    </a:solidFill>
                  </a:rPr>
                  <a:t>Water sorption: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𝑆</m:t>
                        </m:r>
                      </m:e>
                      <m:sub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𝑠𝑜𝑟𝑝</m:t>
                        </m:r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𝑐𝑐𝑙</m:t>
                        </m:r>
                      </m:sub>
                    </m:sSub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sSub>
                      <m:sSubPr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l-GR" altLang="zh-CN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𝛾</m:t>
                        </m:r>
                      </m:e>
                      <m:sub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𝑠𝑜𝑟𝑝</m:t>
                        </m:r>
                      </m:sub>
                    </m:sSub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zh-CN" alt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𝜆</m:t>
                        </m:r>
                      </m:e>
                      <m:sub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𝑐𝑐𝑙</m:t>
                        </m:r>
                      </m:sub>
                    </m:sSub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,</m:t>
                    </m:r>
                    <m:sSub>
                      <m:sSubPr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e>
                      <m:sub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𝑓𝑐</m:t>
                        </m:r>
                      </m:sub>
                    </m:sSub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  <m:f>
                      <m:fPr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zh-CN" altLang="en-US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𝑚𝑒𝑚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𝑒𝑞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zh-CN" altLang="en-US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𝑒𝑞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05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𝑣</m:t>
                                </m:r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,</m:t>
                                </m:r>
                                <m: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𝑐𝑐𝑙</m:t>
                                </m:r>
                              </m:sub>
                            </m:s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05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𝑐𝑐𝑙</m:t>
                                </m:r>
                              </m:sub>
                            </m:s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𝑓𝑐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zh-CN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𝑐𝑐𝑙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050" dirty="0">
                  <a:solidFill>
                    <a:schemeClr val="tx1"/>
                  </a:solidFill>
                </a:endParaRPr>
              </a:p>
              <a:p>
                <a:pPr marL="171450" indent="-17145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en-US" altLang="zh-CN" sz="1050" dirty="0">
                    <a:solidFill>
                      <a:schemeClr val="tx1"/>
                    </a:solidFill>
                  </a:rPr>
                  <a:t>Water phase change: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𝑆</m:t>
                        </m:r>
                      </m:e>
                      <m:sub>
                        <m: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𝑣𝑙</m:t>
                        </m:r>
                      </m:sub>
                    </m:sSub>
                    <m:r>
                      <a:rPr lang="en-US" altLang="zh-CN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l-GR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𝑐𝑜𝑛𝑑</m:t>
                                </m:r>
                              </m:sub>
                            </m:sSub>
                            <m:r>
                              <a:rPr lang="zh-CN" altLang="en-US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05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1−</m:t>
                                </m:r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𝑠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altLang="zh-CN" sz="105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𝑣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05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05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𝑣</m:t>
                                    </m:r>
                                  </m:sub>
                                </m:s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𝑣</m:t>
                                    </m:r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,</m:t>
                                    </m:r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𝑠𝑎𝑡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sSub>
                              <m:sSubPr>
                                <m:ctrlP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−</m:t>
                                </m:r>
                                <m:r>
                                  <a:rPr lang="el-GR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/>
                                  </a:rPr>
                                  <m:t>𝑒𝑣𝑎𝑝</m:t>
                                </m:r>
                              </m:sub>
                            </m:sSub>
                            <m:r>
                              <a:rPr lang="zh-CN" altLang="en-US" sz="105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𝜀</m:t>
                            </m:r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𝑠</m:t>
                            </m:r>
                            <m:f>
                              <m:fPr>
                                <m:ctrlP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𝜌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𝑂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5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𝑀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altLang="zh-CN" sz="105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𝑂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zh-CN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𝑅𝑇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05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𝑣</m:t>
                                    </m:r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,</m:t>
                                    </m:r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𝑠𝑎𝑡</m:t>
                                    </m:r>
                                  </m:sub>
                                </m:sSub>
                                <m:r>
                                  <a:rPr lang="en-US" altLang="zh-CN" sz="10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05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fr-FR" altLang="zh-CN" sz="1050" dirty="0">
                  <a:solidFill>
                    <a:schemeClr val="tx1"/>
                  </a:solidFill>
                </a:endParaRPr>
              </a:p>
              <a:p>
                <a:pPr marL="171450" indent="-171450"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r-FR" altLang="zh-CN" sz="1050" dirty="0" err="1"/>
                  <a:t>Vapor</a:t>
                </a:r>
                <a:r>
                  <a:rPr lang="fr-FR" altLang="zh-CN" sz="1050" dirty="0"/>
                  <a:t> diffusion: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𝐽</m:t>
                        </m:r>
                      </m:e>
                      <m:sub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𝑣</m:t>
                        </m:r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𝑐𝑐𝑙</m:t>
                        </m:r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en-US" altLang="zh-CN" sz="1050" i="1">
                            <a:latin typeface="Cambria Math" panose="02040503050406030204" pitchFamily="18" charset="0"/>
                            <a:cs typeface="Arial"/>
                          </a:rPr>
                          <m:t>𝑐𝑔𝑑𝑙</m:t>
                        </m:r>
                      </m:sub>
                    </m:sSub>
                    <m:r>
                      <a:rPr lang="fr-FR" altLang="zh-CN" sz="1050" b="0" i="1" smtClean="0">
                        <a:latin typeface="Cambria Math" panose="02040503050406030204" pitchFamily="18" charset="0"/>
                        <a:cs typeface="Arial"/>
                      </a:rPr>
                      <m:t>=−2</m:t>
                    </m:r>
                    <m:sSub>
                      <m:sSubPr>
                        <m:ctrlPr>
                          <a:rPr lang="fr-FR" altLang="zh-CN" sz="105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fr-FR" altLang="zh-CN" sz="1050" b="0" i="1" smtClean="0">
                            <a:latin typeface="Cambria Math" panose="02040503050406030204" pitchFamily="18" charset="0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fr-FR" altLang="zh-CN" sz="1050" b="0" i="1" smtClean="0">
                            <a:latin typeface="Cambria Math" panose="02040503050406030204" pitchFamily="18" charset="0"/>
                            <a:cs typeface="Arial"/>
                          </a:rPr>
                          <m:t>𝑐</m:t>
                        </m:r>
                        <m:r>
                          <a:rPr lang="fr-FR" altLang="zh-CN" sz="1050" b="0" i="1" smtClean="0">
                            <a:latin typeface="Cambria Math" panose="02040503050406030204" pitchFamily="18" charset="0"/>
                            <a:cs typeface="Arial"/>
                          </a:rPr>
                          <m:t>,</m:t>
                        </m:r>
                        <m:r>
                          <a:rPr lang="fr-FR" altLang="zh-CN" sz="1050" b="0" i="1" smtClean="0">
                            <a:latin typeface="Cambria Math" panose="02040503050406030204" pitchFamily="18" charset="0"/>
                            <a:cs typeface="Arial"/>
                          </a:rPr>
                          <m:t>𝑒𝑓𝑓</m:t>
                        </m:r>
                      </m:sub>
                    </m:sSub>
                    <m:r>
                      <m:rPr>
                        <m:sty m:val="p"/>
                      </m:rPr>
                      <a:rPr lang="fr-FR" altLang="zh-CN" sz="1050" b="0" i="0" smtClean="0">
                        <a:latin typeface="Cambria Math" panose="02040503050406030204" pitchFamily="18" charset="0"/>
                        <a:cs typeface="Arial"/>
                      </a:rPr>
                      <m:t>∇</m:t>
                    </m:r>
                    <m:r>
                      <a:rPr lang="fr-FR" altLang="zh-CN" sz="1050" b="0" i="1" smtClean="0">
                        <a:latin typeface="Cambria Math" panose="02040503050406030204" pitchFamily="18" charset="0"/>
                        <a:cs typeface="Arial"/>
                      </a:rPr>
                      <m:t>𝐶</m:t>
                    </m:r>
                  </m:oMath>
                </a14:m>
                <a:r>
                  <a:rPr lang="fr-FR" altLang="zh-CN" sz="1050" dirty="0"/>
                  <a:t> </a:t>
                </a:r>
                <a:endParaRPr lang="zh-CN" altLang="en-US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11">
                <a:extLst>
                  <a:ext uri="{FF2B5EF4-FFF2-40B4-BE49-F238E27FC236}">
                    <a16:creationId xmlns:a16="http://schemas.microsoft.com/office/drawing/2014/main" id="{BA51033D-2F6E-9ADF-81BE-3EACC470C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253" y="4322264"/>
                <a:ext cx="5857590" cy="1342868"/>
              </a:xfrm>
              <a:prstGeom prst="rect">
                <a:avLst/>
              </a:prstGeom>
              <a:blipFill>
                <a:blip r:embed="rId3"/>
                <a:stretch>
                  <a:fillRect t="-57273" b="-10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EE6D7A-797F-5D4C-876C-92BCF746A05F}"/>
                  </a:ext>
                </a:extLst>
              </p:cNvPr>
              <p:cNvSpPr txBox="1"/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EE6D7A-797F-5D4C-876C-92BCF746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blipFill>
                <a:blip r:embed="rId4"/>
                <a:stretch>
                  <a:fillRect l="-958" t="-14286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66FAD54-7362-A00D-6867-28BAD8BAE896}"/>
              </a:ext>
            </a:extLst>
          </p:cNvPr>
          <p:cNvSpPr txBox="1"/>
          <p:nvPr/>
        </p:nvSpPr>
        <p:spPr>
          <a:xfrm>
            <a:off x="1336596" y="1183330"/>
            <a:ext cx="3158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Utilizing the Luenberger observer:</a:t>
            </a:r>
          </a:p>
        </p:txBody>
      </p:sp>
    </p:spTree>
    <p:extLst>
      <p:ext uri="{BB962C8B-B14F-4D97-AF65-F5344CB8AC3E}">
        <p14:creationId xmlns:p14="http://schemas.microsoft.com/office/powerpoint/2010/main" val="1081536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CF6314-B891-09C2-270D-724C7BFFC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C8D2691-CD72-872C-0CB7-713B969362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2 – gas concentration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968AA2-E9F6-D97C-7B93-3FEA625749CC}"/>
                  </a:ext>
                </a:extLst>
              </p:cNvPr>
              <p:cNvSpPr txBox="1"/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968AA2-E9F6-D97C-7B93-3FEA62574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blipFill>
                <a:blip r:embed="rId2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9F1B78-F918-EB15-7B5C-8B3D7D701672}"/>
                  </a:ext>
                </a:extLst>
              </p:cNvPr>
              <p:cNvSpPr txBox="1"/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9F1B78-F918-EB15-7B5C-8B3D7D701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46FEA-49AC-939C-B79B-F3FD737E2B7E}"/>
                  </a:ext>
                </a:extLst>
              </p:cNvPr>
              <p:cNvSpPr txBox="1"/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 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446FEA-49AC-939C-B79B-F3FD737E2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76D0FF5B-87C2-4A76-EA17-16E7429C5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6583" y="1629387"/>
            <a:ext cx="2470834" cy="41558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2C2442E-FA1E-8E79-A38E-A4254E6EF3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198" y="1629385"/>
            <a:ext cx="2470834" cy="41558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4AE6BDB-54A7-5FDC-7566-4BA486E5C4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0294" y="1629387"/>
            <a:ext cx="2470833" cy="415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16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37A9FD-C86F-CE2C-AF28-A3528ADBD4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2 – gas concentration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94CC1-979E-D0FD-C06F-CC6B24387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A28A5-E6C6-A714-F2F7-634AA31AB4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65438" y="1502274"/>
            <a:ext cx="3692193" cy="258532"/>
          </a:xfrm>
        </p:spPr>
        <p:txBody>
          <a:bodyPr/>
          <a:lstStyle/>
          <a:p>
            <a:r>
              <a:rPr lang="en-US" sz="1200" b="1" dirty="0"/>
              <a:t>Q</a:t>
            </a:r>
            <a:r>
              <a:rPr lang="en-US" sz="1200" dirty="0"/>
              <a:t>: Why unobservable?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D770AE-814B-920A-F744-C7BFB6CF340E}"/>
                  </a:ext>
                </a:extLst>
              </p:cNvPr>
              <p:cNvSpPr txBox="1"/>
              <p:nvPr/>
            </p:nvSpPr>
            <p:spPr>
              <a:xfrm>
                <a:off x="2148237" y="2444207"/>
                <a:ext cx="4574704" cy="910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1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1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altLang="zh-CN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1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𝑣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𝑠𝑜𝑟𝑝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𝑣𝑙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altLang="zh-CN" sz="11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1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altLang="zh-CN" sz="11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altLang="zh-CN" sz="11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𝑝𝑟𝑜𝑑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D770AE-814B-920A-F744-C7BFB6CF3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237" y="2444207"/>
                <a:ext cx="4574704" cy="9100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7">
                <a:extLst>
                  <a:ext uri="{FF2B5EF4-FFF2-40B4-BE49-F238E27FC236}">
                    <a16:creationId xmlns:a16="http://schemas.microsoft.com/office/drawing/2014/main" id="{D468EE34-CC9E-4F8E-FEAA-99C9A35B9F8F}"/>
                  </a:ext>
                </a:extLst>
              </p:cNvPr>
              <p:cNvSpPr txBox="1"/>
              <p:nvPr/>
            </p:nvSpPr>
            <p:spPr>
              <a:xfrm>
                <a:off x="2546289" y="4416107"/>
                <a:ext cx="5119576" cy="529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Cathode overpotential: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zh-CN" altLang="en-US" sz="11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𝜂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𝑐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𝑑𝑟𝑜𝑝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𝑅𝑇</m:t>
                        </m:r>
                      </m:num>
                      <m:den>
                        <m:sSub>
                          <m:sSubPr>
                            <m:ctrlP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zh-CN" altLang="en-US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𝐶</m:t>
                            </m:r>
                          </m:sub>
                        </m:sSub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𝐹</m:t>
                        </m:r>
                      </m:den>
                    </m:f>
                    <m:r>
                      <a:rPr lang="en-US" altLang="zh-CN" sz="11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𝑙𝑛</m:t>
                    </m:r>
                    <m:d>
                      <m:dPr>
                        <m:ctrlP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𝑓𝑐</m:t>
                                </m:r>
                              </m:sub>
                            </m:sSub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0,</m:t>
                                </m:r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𝑐</m:t>
                                </m:r>
                              </m:sub>
                              <m:sup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𝑟𝑒𝑓</m:t>
                                </m:r>
                              </m:sup>
                            </m:sSubSup>
                          </m:den>
                        </m:f>
                        <m:sSup>
                          <m:sSupPr>
                            <m:ctrlP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100" i="1">
                                        <a:solidFill>
                                          <a:srgbClr val="231F2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zh-CN" sz="1100" i="1">
                                            <a:solidFill>
                                              <a:srgbClr val="231F2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100" i="1">
                                            <a:solidFill>
                                              <a:srgbClr val="231F2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en-US" altLang="zh-CN" sz="1100" i="1">
                                            <a:solidFill>
                                              <a:srgbClr val="231F2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𝑟𝑒𝑓</m:t>
                                        </m:r>
                                      </m:sup>
                                    </m:sSub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CN" sz="1100" i="1">
                                            <a:solidFill>
                                              <a:srgbClr val="231F2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100" i="1">
                                            <a:solidFill>
                                              <a:srgbClr val="231F2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𝑂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100" i="1">
                                                <a:solidFill>
                                                  <a:srgbClr val="231F2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sSub>
                              <m:sSubPr>
                                <m:ctrlP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altLang="zh-CN" sz="1100" b="0" i="1" smtClean="0">
                                    <a:solidFill>
                                      <a:srgbClr val="231F2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𝑐</m:t>
                                </m:r>
                              </m:sub>
                            </m:sSub>
                          </m:sup>
                        </m:sSup>
                      </m:e>
                    </m:d>
                  </m:oMath>
                </a14:m>
                <a:endParaRPr lang="zh-CN" alt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文本框 7">
                <a:extLst>
                  <a:ext uri="{FF2B5EF4-FFF2-40B4-BE49-F238E27FC236}">
                    <a16:creationId xmlns:a16="http://schemas.microsoft.com/office/drawing/2014/main" id="{D468EE34-CC9E-4F8E-FEAA-99C9A35B9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289" y="4416107"/>
                <a:ext cx="5119576" cy="529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5">
                <a:extLst>
                  <a:ext uri="{FF2B5EF4-FFF2-40B4-BE49-F238E27FC236}">
                    <a16:creationId xmlns:a16="http://schemas.microsoft.com/office/drawing/2014/main" id="{CD682ED8-FC69-B84B-8744-C5DFD864FDEF}"/>
                  </a:ext>
                </a:extLst>
              </p:cNvPr>
              <p:cNvSpPr txBox="1"/>
              <p:nvPr/>
            </p:nvSpPr>
            <p:spPr>
              <a:xfrm>
                <a:off x="2546289" y="4094315"/>
                <a:ext cx="4422536" cy="2872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Cell voltage: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𝑈</m:t>
                        </m:r>
                      </m:e>
                      <m:sub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𝑐𝑒𝑙𝑙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sSub>
                      <m:sSubPr>
                        <m:ctrlP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𝑈</m:t>
                        </m:r>
                      </m:e>
                      <m:sub>
                        <m: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𝑒𝑞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zh-CN" altLang="en-US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𝜂</m:t>
                        </m:r>
                      </m:e>
                      <m:sub>
                        <m: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𝑐</m:t>
                        </m:r>
                      </m:sub>
                    </m:sSub>
                    <m:r>
                      <a:rPr lang="en-US" altLang="zh-CN" sz="1100" b="0" i="1" smtClean="0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e>
                      <m:sub>
                        <m:r>
                          <a:rPr lang="en-US" altLang="zh-CN" sz="1100" i="1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𝑓𝑐</m:t>
                        </m:r>
                      </m:sub>
                    </m:sSub>
                    <m:d>
                      <m:dPr>
                        <m:ctrlPr>
                          <a:rPr lang="en-US" altLang="zh-CN" sz="110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10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100" b="0" i="1" smtClean="0">
                                <a:solidFill>
                                  <a:srgbClr val="231F20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𝑒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文本框 5">
                <a:extLst>
                  <a:ext uri="{FF2B5EF4-FFF2-40B4-BE49-F238E27FC236}">
                    <a16:creationId xmlns:a16="http://schemas.microsoft.com/office/drawing/2014/main" id="{CD682ED8-FC69-B84B-8744-C5DFD864F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289" y="4094315"/>
                <a:ext cx="4422536" cy="287258"/>
              </a:xfrm>
              <a:prstGeom prst="rect">
                <a:avLst/>
              </a:prstGeom>
              <a:blipFill>
                <a:blip r:embed="rId4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F6AE7A-B757-2B0D-B991-E85E6DCCA6FC}"/>
                  </a:ext>
                </a:extLst>
              </p:cNvPr>
              <p:cNvSpPr txBox="1"/>
              <p:nvPr/>
            </p:nvSpPr>
            <p:spPr>
              <a:xfrm>
                <a:off x="2634342" y="3783280"/>
                <a:ext cx="68268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𝑦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𝑈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𝑐𝑒𝑙𝑙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F6AE7A-B757-2B0D-B991-E85E6DCCA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342" y="3783280"/>
                <a:ext cx="682686" cy="169277"/>
              </a:xfrm>
              <a:prstGeom prst="rect">
                <a:avLst/>
              </a:prstGeom>
              <a:blipFill>
                <a:blip r:embed="rId5"/>
                <a:stretch>
                  <a:fillRect l="-3571" r="-7143" b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DAA60806-F21A-DB98-18E9-379A5631FE54}"/>
              </a:ext>
            </a:extLst>
          </p:cNvPr>
          <p:cNvSpPr/>
          <p:nvPr/>
        </p:nvSpPr>
        <p:spPr>
          <a:xfrm>
            <a:off x="2893474" y="2387423"/>
            <a:ext cx="514598" cy="44149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C382F1-F0EE-9826-EC6E-12EBC1717C60}"/>
              </a:ext>
            </a:extLst>
          </p:cNvPr>
          <p:cNvSpPr/>
          <p:nvPr/>
        </p:nvSpPr>
        <p:spPr>
          <a:xfrm>
            <a:off x="2893474" y="2897857"/>
            <a:ext cx="514598" cy="44149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598C37D-2ACF-FABD-5E5B-3E9D2C8A2689}"/>
              </a:ext>
            </a:extLst>
          </p:cNvPr>
          <p:cNvCxnSpPr>
            <a:cxnSpLocks/>
            <a:stCxn id="9" idx="2"/>
            <a:endCxn id="8" idx="1"/>
          </p:cNvCxnSpPr>
          <p:nvPr/>
        </p:nvCxnSpPr>
        <p:spPr>
          <a:xfrm rot="10800000" flipV="1">
            <a:off x="2634342" y="2608171"/>
            <a:ext cx="259132" cy="1259747"/>
          </a:xfrm>
          <a:prstGeom prst="curvedConnector3">
            <a:avLst>
              <a:gd name="adj1" fmla="val 188218"/>
            </a:avLst>
          </a:prstGeom>
          <a:ln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F4AA2B82-C091-8B96-AFF8-864D215C1E65}"/>
              </a:ext>
            </a:extLst>
          </p:cNvPr>
          <p:cNvCxnSpPr>
            <a:cxnSpLocks/>
            <a:stCxn id="10" idx="6"/>
            <a:endCxn id="8" idx="3"/>
          </p:cNvCxnSpPr>
          <p:nvPr/>
        </p:nvCxnSpPr>
        <p:spPr>
          <a:xfrm flipH="1">
            <a:off x="3317028" y="3118606"/>
            <a:ext cx="91044" cy="749313"/>
          </a:xfrm>
          <a:prstGeom prst="curvedConnector3">
            <a:avLst>
              <a:gd name="adj1" fmla="val -251087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FC13AE-2271-2E88-B5FF-0D5EF73A2DA2}"/>
                  </a:ext>
                </a:extLst>
              </p:cNvPr>
              <p:cNvSpPr txBox="1"/>
              <p:nvPr/>
            </p:nvSpPr>
            <p:spPr>
              <a:xfrm>
                <a:off x="1865438" y="5339894"/>
                <a:ext cx="329654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>
                    <a:solidFill>
                      <a:srgbClr val="231F20"/>
                    </a:solidFill>
                    <a:latin typeface="Arial"/>
                    <a:cs typeface="Arial"/>
                  </a:rPr>
                  <a:t>A</a:t>
                </a:r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: The partial gradient of 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231F20"/>
                        </a:solidFill>
                        <a:latin typeface="Cambria Math" panose="02040503050406030204" pitchFamily="18" charset="0"/>
                        <a:cs typeface="Arial"/>
                      </a:rPr>
                      <m:t>𝑦</m:t>
                    </m:r>
                  </m:oMath>
                </a14:m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srgbClr val="231F2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231F20"/>
                    </a:solidFill>
                    <a:latin typeface="Arial"/>
                    <a:cs typeface="Arial"/>
                  </a:rPr>
                  <a:t> always equals 0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FC13AE-2271-2E88-B5FF-0D5EF73A2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438" y="5339894"/>
                <a:ext cx="3296543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D8C114-8B06-9CF1-26B9-22477AEF1F4E}"/>
              </a:ext>
            </a:extLst>
          </p:cNvPr>
          <p:cNvCxnSpPr/>
          <p:nvPr/>
        </p:nvCxnSpPr>
        <p:spPr>
          <a:xfrm flipH="1">
            <a:off x="2010887" y="1776638"/>
            <a:ext cx="0" cy="35197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525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29955E-08A3-55F6-24CB-BF2474FBDD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Case study 2 - gas concentration estimation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871B2A-46D3-7E55-BBB3-4E0A1E058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81A00-340C-3249-B79D-2B15C1734E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3345" y="958335"/>
            <a:ext cx="7164077" cy="244682"/>
          </a:xfrm>
        </p:spPr>
        <p:txBody>
          <a:bodyPr/>
          <a:lstStyle/>
          <a:p>
            <a:r>
              <a:rPr lang="en-US" sz="1100" dirty="0"/>
              <a:t>Any method to make this state variables fully observable?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ECBF20B-103A-6339-7F7B-3C7513FAA8ED}"/>
              </a:ext>
            </a:extLst>
          </p:cNvPr>
          <p:cNvSpPr txBox="1">
            <a:spLocks/>
          </p:cNvSpPr>
          <p:nvPr/>
        </p:nvSpPr>
        <p:spPr>
          <a:xfrm>
            <a:off x="733345" y="1300991"/>
            <a:ext cx="7164077" cy="24468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685756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107997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195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072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2950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827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05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583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460" indent="-171439" algn="l" defTabSz="685756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100" b="1" dirty="0"/>
              <a:t>Remove</a:t>
            </a:r>
            <a:r>
              <a:rPr lang="en-US" sz="1100" dirty="0"/>
              <a:t> the assumption 4: The </a:t>
            </a:r>
            <a:r>
              <a:rPr lang="en-US" sz="1100" u="sng" dirty="0"/>
              <a:t>lambda</a:t>
            </a:r>
            <a:r>
              <a:rPr lang="en-US" sz="1100" dirty="0"/>
              <a:t> is constant in terms of the humidity ratio setpoint (0D implementation)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00C3C-9B86-ADEF-F284-38599EB6ED12}"/>
                  </a:ext>
                </a:extLst>
              </p:cNvPr>
              <p:cNvSpPr txBox="1"/>
              <p:nvPr/>
            </p:nvSpPr>
            <p:spPr>
              <a:xfrm>
                <a:off x="1246041" y="1662005"/>
                <a:ext cx="247426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𝜆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0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043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17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81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𝑎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−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39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85</m:t>
                      </m:r>
                      <m:sSup>
                        <m:sSup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𝑎</m:t>
                          </m:r>
                        </m:e>
                        <m:sup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p>
                      </m:sSup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36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.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0</m:t>
                      </m:r>
                      <m:sSup>
                        <m:sSup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p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𝑎</m:t>
                          </m:r>
                        </m:e>
                        <m:sup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11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100C3C-9B86-ADEF-F284-38599EB6E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41" y="1662005"/>
                <a:ext cx="2474267" cy="169277"/>
              </a:xfrm>
              <a:prstGeom prst="rect">
                <a:avLst/>
              </a:prstGeom>
              <a:blipFill>
                <a:blip r:embed="rId2"/>
                <a:stretch>
                  <a:fillRect l="-739" t="-3704" r="-24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31B19D6-8A56-214A-B168-A6AE3B4A9B45}"/>
              </a:ext>
            </a:extLst>
          </p:cNvPr>
          <p:cNvSpPr txBox="1"/>
          <p:nvPr/>
        </p:nvSpPr>
        <p:spPr>
          <a:xfrm>
            <a:off x="3705101" y="1615838"/>
            <a:ext cx="5693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>
                <a:solidFill>
                  <a:srgbClr val="231F20"/>
                </a:solidFill>
                <a:latin typeface="Arial"/>
                <a:cs typeface="Arial"/>
              </a:rPr>
              <a:t>where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BA36B8-5654-1684-4056-A1CF573B39BF}"/>
                  </a:ext>
                </a:extLst>
              </p:cNvPr>
              <p:cNvSpPr txBox="1"/>
              <p:nvPr/>
            </p:nvSpPr>
            <p:spPr>
              <a:xfrm>
                <a:off x="4069278" y="1605886"/>
                <a:ext cx="1535876" cy="268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𝑎</m:t>
                      </m:r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𝑣</m:t>
                          </m:r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,</m:t>
                          </m:r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𝑐𝑐𝑙</m:t>
                          </m:r>
                        </m:sub>
                      </m:sSub>
                      <m:r>
                        <a:rPr lang="en-US" sz="11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/</m:t>
                      </m:r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𝑃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𝑠𝑎𝑡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BA36B8-5654-1684-4056-A1CF573B3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278" y="1605886"/>
                <a:ext cx="1535876" cy="268984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B6AE3C-D0FB-0FEE-9FDE-16783DD93FD3}"/>
                  </a:ext>
                </a:extLst>
              </p:cNvPr>
              <p:cNvSpPr txBox="1"/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CB6AE3C-D0FB-0FEE-9FDE-16783DD93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589" y="5883904"/>
                <a:ext cx="1158200" cy="307777"/>
              </a:xfrm>
              <a:prstGeom prst="rect">
                <a:avLst/>
              </a:prstGeom>
              <a:blipFill>
                <a:blip r:embed="rId4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3DC7D1-A8EC-0ABF-EFB2-3B68C47A97F0}"/>
                  </a:ext>
                </a:extLst>
              </p:cNvPr>
              <p:cNvSpPr txBox="1"/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3DC7D1-A8EC-0ABF-EFB2-3B68C47A9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645" y="5883903"/>
                <a:ext cx="1158200" cy="307777"/>
              </a:xfrm>
              <a:prstGeom prst="rect">
                <a:avLst/>
              </a:prstGeom>
              <a:blipFill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BAA2A3-2959-F860-21E6-8AC7BA73F452}"/>
                  </a:ext>
                </a:extLst>
              </p:cNvPr>
              <p:cNvSpPr txBox="1"/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=[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10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, 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1</m:t>
                      </m:r>
                      <m:r>
                        <a:rPr lang="fr-FR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]</m:t>
                      </m:r>
                    </m:oMath>
                  </m:oMathPara>
                </a14:m>
                <a:endParaRPr lang="en-US" sz="1400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BAA2A3-2959-F860-21E6-8AC7BA73F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728" y="5882414"/>
                <a:ext cx="1158200" cy="307777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23730EFD-EE71-54C4-6E0F-6D9202343D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0856" y="2056905"/>
            <a:ext cx="2244033" cy="37808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92D91E-DB13-047C-D287-9815F12AEC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951" y="2056904"/>
            <a:ext cx="2244034" cy="37808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A3A56B3-868E-45B1-230A-3335208A9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4806" y="2056903"/>
            <a:ext cx="2244715" cy="378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27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908A67-B51A-D2FC-67F4-FDBC1F7429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Case study 3 – gas &amp; water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F918D-F849-AE1D-5CB5-E6EB3B3D7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8C530-3A15-BBED-188E-EA2FE103CC8A}"/>
              </a:ext>
            </a:extLst>
          </p:cNvPr>
          <p:cNvSpPr txBox="1"/>
          <p:nvPr/>
        </p:nvSpPr>
        <p:spPr>
          <a:xfrm>
            <a:off x="1369997" y="2289885"/>
            <a:ext cx="5841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Take advantage the observer model, we develop a 4-order observer: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F80957-6CC7-8FC1-2300-7A17DD1151C0}"/>
                  </a:ext>
                </a:extLst>
              </p:cNvPr>
              <p:cNvSpPr txBox="1"/>
              <p:nvPr/>
            </p:nvSpPr>
            <p:spPr>
              <a:xfrm>
                <a:off x="1611992" y="2747698"/>
                <a:ext cx="5765681" cy="2127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</m:t>
                          </m:r>
                          <m:acc>
                            <m:accPr>
                              <m:chr m:val="̂"/>
                              <m:ctrlPr>
                                <a:rPr lang="en-US" sz="1400" i="1" smtClean="0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num>
                        <m:den>
                          <m:r>
                            <a:rPr lang="en-US" sz="1400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𝑑𝑡</m:t>
                          </m:r>
                        </m:den>
                      </m:f>
                      <m:r>
                        <a:rPr lang="en-US" sz="1400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𝑑𝐶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fr-FR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𝑑𝑠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𝑑𝑡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zh-CN" sz="140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altLang="zh-CN" sz="140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𝑣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𝑠𝑜𝑟𝑝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𝑣𝑙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1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fr-FR" altLang="zh-CN" sz="14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fr-FR" altLang="zh-CN" sz="14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𝑂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altLang="zh-CN" sz="1400" i="1">
                                                  <a:latin typeface="Cambria Math" panose="02040503050406030204" pitchFamily="18" charset="0"/>
                                                  <a:cs typeface="Arial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fr-FR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𝑝𝑟𝑜𝑑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𝑐𝑙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𝑙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𝑐𝑔𝑑𝑙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𝑣𝑙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𝑒𝑞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𝑚𝑐</m:t>
                                          </m:r>
                                        </m:sub>
                                      </m:sSub>
                                      <m:r>
                                        <a:rPr lang="zh-CN" altLang="en-US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𝑚𝑒𝑚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𝜆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𝑚𝑒𝑚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𝑐𝑐𝑙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i="1">
                                              <a:latin typeface="Cambria Math" panose="02040503050406030204" pitchFamily="18" charset="0"/>
                                              <a:cs typeface="Arial"/>
                                            </a:rPr>
                                            <m:t>𝑐𝑙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𝑠𝑜𝑟𝑝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𝑝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,</m:t>
                                      </m:r>
                                      <m:r>
                                        <a:rPr lang="en-US" altLang="zh-CN" sz="14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𝑐𝑐𝑙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F80957-6CC7-8FC1-2300-7A17DD115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992" y="2747698"/>
                <a:ext cx="5765681" cy="2127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9CB5D2-BAA2-580C-9E09-A52238C6A61E}"/>
                  </a:ext>
                </a:extLst>
              </p:cNvPr>
              <p:cNvSpPr txBox="1"/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𝑥</m:t>
                              </m:r>
                            </m:e>
                          </m:acc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𝐿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231F2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231F2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231F20"/>
                  </a:solidFill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9CB5D2-BAA2-580C-9E09-A52238C6A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951" y="1654544"/>
                <a:ext cx="1913281" cy="294376"/>
              </a:xfrm>
              <a:prstGeom prst="rect">
                <a:avLst/>
              </a:prstGeom>
              <a:blipFill>
                <a:blip r:embed="rId3"/>
                <a:stretch>
                  <a:fillRect l="-958" t="-14286" b="-24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DEDAFDE-C0EF-409D-1F47-D97B4833EC74}"/>
              </a:ext>
            </a:extLst>
          </p:cNvPr>
          <p:cNvSpPr txBox="1"/>
          <p:nvPr/>
        </p:nvSpPr>
        <p:spPr>
          <a:xfrm>
            <a:off x="1336596" y="1183330"/>
            <a:ext cx="3158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31F20"/>
                </a:solidFill>
                <a:latin typeface="Arial"/>
                <a:cs typeface="Arial"/>
              </a:rPr>
              <a:t>Utilizing the Luenberger observer:</a:t>
            </a:r>
          </a:p>
        </p:txBody>
      </p:sp>
    </p:spTree>
    <p:extLst>
      <p:ext uri="{BB962C8B-B14F-4D97-AF65-F5344CB8AC3E}">
        <p14:creationId xmlns:p14="http://schemas.microsoft.com/office/powerpoint/2010/main" val="3480067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2D1235-72E4-FBC5-6D18-ED4118B7AB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7501" y="493172"/>
            <a:ext cx="6546711" cy="310341"/>
          </a:xfrm>
        </p:spPr>
        <p:txBody>
          <a:bodyPr/>
          <a:lstStyle/>
          <a:p>
            <a:r>
              <a:rPr lang="en-US" dirty="0"/>
              <a:t>Case study 3 – gas &amp; water estimation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C6E9A-6A00-39BD-D148-4C014B351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614A4D-4352-4428-A1E5-77B19189687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19032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Personnalisé 2">
      <a:dk1>
        <a:sysClr val="windowText" lastClr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Custom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ABA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4000" dirty="0" smtClean="0">
            <a:solidFill>
              <a:srgbClr val="231F20"/>
            </a:solidFill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emtoMasque4.2" id="{83924F50-4088-4D20-95D8-01D9F651818B}" vid="{52B73AF9-8EC8-4595-914E-C1250ACB50F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9C28C82000EA41BAF18BC677A1EFFB" ma:contentTypeVersion="2" ma:contentTypeDescription="Crée un document." ma:contentTypeScope="" ma:versionID="99e2a853b939b644c947419358bd4600">
  <xsd:schema xmlns:xsd="http://www.w3.org/2001/XMLSchema" xmlns:xs="http://www.w3.org/2001/XMLSchema" xmlns:p="http://schemas.microsoft.com/office/2006/metadata/properties" xmlns:ns2="1b458390-de54-4209-8752-a47d264ba6a4" targetNamespace="http://schemas.microsoft.com/office/2006/metadata/properties" ma:root="true" ma:fieldsID="9f3b38dd7cbd3ded9193db25029395d6" ns2:_="">
    <xsd:import namespace="1b458390-de54-4209-8752-a47d264ba6a4"/>
    <xsd:element name="properties">
      <xsd:complexType>
        <xsd:sequence>
          <xsd:element name="documentManagement">
            <xsd:complexType>
              <xsd:all>
                <xsd:element ref="ns2:Date_x0020_de_x0020_publication" minOccurs="0"/>
                <xsd:element ref="ns2:Observation_x0028_s_x0029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58390-de54-4209-8752-a47d264ba6a4" elementFormDefault="qualified">
    <xsd:import namespace="http://schemas.microsoft.com/office/2006/documentManagement/types"/>
    <xsd:import namespace="http://schemas.microsoft.com/office/infopath/2007/PartnerControls"/>
    <xsd:element name="Date_x0020_de_x0020_publication" ma:index="8" nillable="true" ma:displayName="Date de parution" ma:format="DateOnly" ma:internalName="Date_x0020_de_x0020_publication">
      <xsd:simpleType>
        <xsd:restriction base="dms:DateTime"/>
      </xsd:simpleType>
    </xsd:element>
    <xsd:element name="Observation_x0028_s_x0029_" ma:index="9" nillable="true" ma:displayName="Observation(s)" ma:internalName="Observation_x0028_s_x0029_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de_x0020_publication xmlns="1b458390-de54-4209-8752-a47d264ba6a4" xsi:nil="true"/>
    <Observation_x0028_s_x0029_ xmlns="1b458390-de54-4209-8752-a47d264ba6a4" xsi:nil="true"/>
  </documentManagement>
</p:properties>
</file>

<file path=customXml/itemProps1.xml><?xml version="1.0" encoding="utf-8"?>
<ds:datastoreItem xmlns:ds="http://schemas.openxmlformats.org/officeDocument/2006/customXml" ds:itemID="{742369A0-57BF-486C-8FDB-8E0CE1318D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2A88F4-C693-4E1A-A019-D0E0C58E7E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458390-de54-4209-8752-a47d264ba6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CB391B-C3EF-45B8-A7B3-0A6EB38C84B3}">
  <ds:schemaRefs>
    <ds:schemaRef ds:uri="http://schemas.microsoft.com/office/2006/metadata/properties"/>
    <ds:schemaRef ds:uri="http://schemas.microsoft.com/office/infopath/2007/PartnerControls"/>
    <ds:schemaRef ds:uri="1b458390-de54-4209-8752-a47d264ba6a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19717</TotalTime>
  <Words>1347</Words>
  <Application>Microsoft Office PowerPoint</Application>
  <PresentationFormat>On-screen Show (4:3)</PresentationFormat>
  <Paragraphs>202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</vt:lpstr>
      <vt:lpstr>Wingdings</vt:lpstr>
      <vt:lpstr>1_Thème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Maud Maillard</dc:creator>
  <cp:lastModifiedBy>He QiAn</cp:lastModifiedBy>
  <cp:revision>165</cp:revision>
  <dcterms:created xsi:type="dcterms:W3CDTF">2022-03-25T13:21:31Z</dcterms:created>
  <dcterms:modified xsi:type="dcterms:W3CDTF">2026-03-29T21:28:40Z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0x0101002D9C28C82000EA41BAF18BC677A1EFFB</vt:lpwstr>
  </property>
</Properties>
</file>