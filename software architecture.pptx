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sldIdLst>
    <p:sldId id="261" r:id="rId2"/>
    <p:sldId id="262" r:id="rId3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w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w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0_Conten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ftr" idx="1"/>
          </p:nvPr>
        </p:nvSpPr>
        <p:spPr>
          <a:xfrm>
            <a:off x="5039280" y="4453920"/>
            <a:ext cx="599076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sldNum" idx="2"/>
          </p:nvPr>
        </p:nvSpPr>
        <p:spPr>
          <a:xfrm>
            <a:off x="11391480" y="6306120"/>
            <a:ext cx="5004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89DDBB0-DBD7-4DD3-9EC9-9688254BC873}" type="slidenum">
              <a: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42" name="Straight Connector 30"/>
          <p:cNvCxnSpPr/>
          <p:nvPr/>
        </p:nvCxnSpPr>
        <p:spPr>
          <a:xfrm>
            <a:off x="556560" y="6190560"/>
            <a:ext cx="11319120" cy="360"/>
          </a:xfrm>
          <a:prstGeom prst="straightConnector1">
            <a:avLst/>
          </a:prstGeom>
          <a:ln>
            <a:solidFill>
              <a:srgbClr val="00ABA1"/>
            </a:solidFill>
          </a:ln>
        </p:spPr>
      </p:cxnSp>
      <p:sp>
        <p:nvSpPr>
          <p:cNvPr id="143" name="Freeform: Shape 18"/>
          <p:cNvSpPr/>
          <p:nvPr/>
        </p:nvSpPr>
        <p:spPr>
          <a:xfrm rot="5400000">
            <a:off x="307080" y="5657400"/>
            <a:ext cx="408600" cy="422280"/>
          </a:xfrm>
          <a:custGeom>
            <a:avLst/>
            <a:gdLst>
              <a:gd name="textAreaLeft" fmla="*/ 0 w 408600"/>
              <a:gd name="textAreaRight" fmla="*/ 408960 w 408600"/>
              <a:gd name="textAreaTop" fmla="*/ 0 h 422280"/>
              <a:gd name="textAreaBottom" fmla="*/ 422640 h 422280"/>
            </a:gdLst>
            <a:ahLst/>
            <a:cxnLst/>
            <a:rect l="textAreaLeft" t="textAreaTop" r="textAreaRight" b="textAreaBottom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rgbClr val="00AB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30" b="0" strike="noStrike" spc="-1">
              <a:solidFill>
                <a:schemeClr val="lt1"/>
              </a:solidFill>
              <a:latin typeface="Arial"/>
            </a:endParaRPr>
          </a:p>
        </p:txBody>
      </p:sp>
      <p:pic>
        <p:nvPicPr>
          <p:cNvPr id="144" name="Image 2"/>
          <p:cNvPicPr/>
          <p:nvPr/>
        </p:nvPicPr>
        <p:blipFill>
          <a:blip r:embed="rId2"/>
          <a:stretch/>
        </p:blipFill>
        <p:spPr>
          <a:xfrm>
            <a:off x="10054800" y="8280"/>
            <a:ext cx="2147760" cy="211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PlaceHolder 3"/>
          <p:cNvSpPr>
            <a:spLocks noGrp="1"/>
          </p:cNvSpPr>
          <p:nvPr>
            <p:ph type="body"/>
          </p:nvPr>
        </p:nvSpPr>
        <p:spPr>
          <a:xfrm>
            <a:off x="642960" y="95004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Deuxième niveau</a:t>
            </a:r>
          </a:p>
        </p:txBody>
      </p:sp>
      <p:sp>
        <p:nvSpPr>
          <p:cNvPr id="146" name="PlaceHolder 4"/>
          <p:cNvSpPr>
            <a:spLocks noGrp="1"/>
          </p:cNvSpPr>
          <p:nvPr>
            <p:ph type="body"/>
          </p:nvPr>
        </p:nvSpPr>
        <p:spPr>
          <a:xfrm>
            <a:off x="642960" y="-326592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800" b="1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800" b="0" strike="noStrike" spc="-1">
              <a:solidFill>
                <a:schemeClr val="dk1"/>
              </a:solidFill>
              <a:latin typeface="Arial"/>
            </a:endParaRPr>
          </a:p>
        </p:txBody>
      </p:sp>
      <p:pic>
        <p:nvPicPr>
          <p:cNvPr id="147" name="Image 1"/>
          <p:cNvPicPr/>
          <p:nvPr/>
        </p:nvPicPr>
        <p:blipFill>
          <a:blip r:embed="rId3"/>
          <a:stretch/>
        </p:blipFill>
        <p:spPr>
          <a:xfrm>
            <a:off x="556560" y="6306120"/>
            <a:ext cx="897120" cy="34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dk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Introduction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body"/>
          </p:nvPr>
        </p:nvSpPr>
        <p:spPr>
          <a:xfrm>
            <a:off x="1564560" y="-1537200"/>
            <a:ext cx="391752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800" b="1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1564560" y="2637360"/>
            <a:ext cx="391752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ts val="1134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300" b="0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3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8075880" y="287280"/>
            <a:ext cx="3816000" cy="555912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080" b="0" strike="noStrike" spc="-1">
                <a:solidFill>
                  <a:schemeClr val="dk1"/>
                </a:solidFill>
                <a:latin typeface="Arial"/>
              </a:rPr>
              <a:t>Cliquez sur l'icône pour ajouter une image</a:t>
            </a:r>
          </a:p>
        </p:txBody>
      </p:sp>
      <p:sp>
        <p:nvSpPr>
          <p:cNvPr id="152" name="Freeform: Shape 18"/>
          <p:cNvSpPr/>
          <p:nvPr/>
        </p:nvSpPr>
        <p:spPr>
          <a:xfrm>
            <a:off x="6122160" y="310320"/>
            <a:ext cx="427680" cy="408600"/>
          </a:xfrm>
          <a:custGeom>
            <a:avLst/>
            <a:gdLst>
              <a:gd name="textAreaLeft" fmla="*/ 0 w 427680"/>
              <a:gd name="textAreaRight" fmla="*/ 428040 w 427680"/>
              <a:gd name="textAreaTop" fmla="*/ 0 h 408600"/>
              <a:gd name="textAreaBottom" fmla="*/ 408960 h 408600"/>
            </a:gdLst>
            <a:ahLst/>
            <a:cxnLst/>
            <a:rect l="textAreaLeft" t="textAreaTop" r="textAreaRight" b="textAreaBottom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30" b="0" strike="noStrike" spc="-1">
              <a:solidFill>
                <a:schemeClr val="lt1"/>
              </a:solidFill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 type="ftr" idx="3"/>
          </p:nvPr>
        </p:nvSpPr>
        <p:spPr>
          <a:xfrm>
            <a:off x="4964040" y="4453920"/>
            <a:ext cx="606564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54" name="Straight Connector 25"/>
          <p:cNvCxnSpPr/>
          <p:nvPr/>
        </p:nvCxnSpPr>
        <p:spPr>
          <a:xfrm>
            <a:off x="592560" y="6190560"/>
            <a:ext cx="11283120" cy="360"/>
          </a:xfrm>
          <a:prstGeom prst="straightConnector1">
            <a:avLst/>
          </a:prstGeom>
          <a:ln>
            <a:solidFill>
              <a:srgbClr val="00ABA1"/>
            </a:solidFill>
          </a:ln>
        </p:spPr>
      </p:cxnSp>
      <p:sp>
        <p:nvSpPr>
          <p:cNvPr id="155" name="PlaceHolder 5"/>
          <p:cNvSpPr>
            <a:spLocks noGrp="1"/>
          </p:cNvSpPr>
          <p:nvPr>
            <p:ph type="body"/>
          </p:nvPr>
        </p:nvSpPr>
        <p:spPr>
          <a:xfrm>
            <a:off x="1564560" y="3227040"/>
            <a:ext cx="391752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Deuxième niveau</a:t>
            </a:r>
          </a:p>
        </p:txBody>
      </p:sp>
      <p:sp>
        <p:nvSpPr>
          <p:cNvPr id="156" name="PlaceHolder 6"/>
          <p:cNvSpPr>
            <a:spLocks noGrp="1"/>
          </p:cNvSpPr>
          <p:nvPr>
            <p:ph type="sldNum" idx="4"/>
          </p:nvPr>
        </p:nvSpPr>
        <p:spPr>
          <a:xfrm>
            <a:off x="11385360" y="6306120"/>
            <a:ext cx="506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559424-F05A-4D22-A4D0-C61EF4AAB53D}" type="slidenum">
              <a: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57" name="Image 1"/>
          <p:cNvPicPr/>
          <p:nvPr/>
        </p:nvPicPr>
        <p:blipFill>
          <a:blip r:embed="rId2"/>
          <a:stretch/>
        </p:blipFill>
        <p:spPr>
          <a:xfrm>
            <a:off x="592560" y="6306120"/>
            <a:ext cx="897120" cy="34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dk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Conten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Freeform: Shape 18"/>
          <p:cNvSpPr/>
          <p:nvPr/>
        </p:nvSpPr>
        <p:spPr>
          <a:xfrm rot="16200000">
            <a:off x="9511200" y="-253080"/>
            <a:ext cx="468720" cy="977040"/>
          </a:xfrm>
          <a:custGeom>
            <a:avLst/>
            <a:gdLst>
              <a:gd name="textAreaLeft" fmla="*/ 0 w 468720"/>
              <a:gd name="textAreaRight" fmla="*/ 469080 w 468720"/>
              <a:gd name="textAreaTop" fmla="*/ 0 h 977040"/>
              <a:gd name="textAreaBottom" fmla="*/ 977400 h 977040"/>
            </a:gdLst>
            <a:ahLst/>
            <a:cxnLst/>
            <a:rect l="textAreaLeft" t="textAreaTop" r="textAreaRight" b="textAreaBottom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FR" sz="330" b="0" strike="noStrike" spc="-1">
                <a:solidFill>
                  <a:schemeClr val="lt1"/>
                </a:solidFill>
                <a:latin typeface="Arial"/>
              </a:rPr>
              <a:t>  </a:t>
            </a:r>
            <a:endParaRPr lang="fr-FR" sz="33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0" name="PlaceHolder 1"/>
          <p:cNvSpPr>
            <a:spLocks noGrp="1"/>
          </p:cNvSpPr>
          <p:nvPr>
            <p:ph type="ftr" idx="5"/>
          </p:nvPr>
        </p:nvSpPr>
        <p:spPr>
          <a:xfrm>
            <a:off x="4964040" y="4453920"/>
            <a:ext cx="606564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61" name="Straight Connector 30"/>
          <p:cNvCxnSpPr/>
          <p:nvPr/>
        </p:nvCxnSpPr>
        <p:spPr>
          <a:xfrm>
            <a:off x="642600" y="6190560"/>
            <a:ext cx="11233080" cy="360"/>
          </a:xfrm>
          <a:prstGeom prst="straightConnector1">
            <a:avLst/>
          </a:prstGeom>
          <a:ln>
            <a:solidFill>
              <a:srgbClr val="00ABA1"/>
            </a:solidFill>
          </a:ln>
        </p:spPr>
      </p:cxnSp>
      <p:sp>
        <p:nvSpPr>
          <p:cNvPr id="162" name="object 9"/>
          <p:cNvSpPr/>
          <p:nvPr/>
        </p:nvSpPr>
        <p:spPr>
          <a:xfrm>
            <a:off x="0" y="159480"/>
            <a:ext cx="496080" cy="946800"/>
          </a:xfrm>
          <a:custGeom>
            <a:avLst/>
            <a:gdLst>
              <a:gd name="textAreaLeft" fmla="*/ 0 w 496080"/>
              <a:gd name="textAreaRight" fmla="*/ 496440 w 496080"/>
              <a:gd name="textAreaTop" fmla="*/ 0 h 946800"/>
              <a:gd name="textAreaBottom" fmla="*/ 947160 h 946800"/>
            </a:gdLst>
            <a:ahLst/>
            <a:cxnLst/>
            <a:rect l="textAreaLeft" t="textAreaTop" r="textAreaRight" b="textAreaBottom"/>
            <a:pathLst>
              <a:path w="466725" h="932814">
                <a:moveTo>
                  <a:pt x="0" y="0"/>
                </a:moveTo>
                <a:lnTo>
                  <a:pt x="0" y="225590"/>
                </a:lnTo>
                <a:lnTo>
                  <a:pt x="48488" y="230477"/>
                </a:lnTo>
                <a:lnTo>
                  <a:pt x="93648" y="244495"/>
                </a:lnTo>
                <a:lnTo>
                  <a:pt x="134514" y="266675"/>
                </a:lnTo>
                <a:lnTo>
                  <a:pt x="170118" y="296051"/>
                </a:lnTo>
                <a:lnTo>
                  <a:pt x="199493" y="331654"/>
                </a:lnTo>
                <a:lnTo>
                  <a:pt x="221672" y="372517"/>
                </a:lnTo>
                <a:lnTo>
                  <a:pt x="235689" y="417672"/>
                </a:lnTo>
                <a:lnTo>
                  <a:pt x="240576" y="466153"/>
                </a:lnTo>
                <a:lnTo>
                  <a:pt x="235689" y="514642"/>
                </a:lnTo>
                <a:lnTo>
                  <a:pt x="221672" y="559804"/>
                </a:lnTo>
                <a:lnTo>
                  <a:pt x="199493" y="600671"/>
                </a:lnTo>
                <a:lnTo>
                  <a:pt x="170118" y="636277"/>
                </a:lnTo>
                <a:lnTo>
                  <a:pt x="134514" y="665655"/>
                </a:lnTo>
                <a:lnTo>
                  <a:pt x="93648" y="687836"/>
                </a:lnTo>
                <a:lnTo>
                  <a:pt x="48488" y="701854"/>
                </a:lnTo>
                <a:lnTo>
                  <a:pt x="0" y="706742"/>
                </a:lnTo>
                <a:lnTo>
                  <a:pt x="0" y="932332"/>
                </a:lnTo>
                <a:lnTo>
                  <a:pt x="47662" y="929925"/>
                </a:lnTo>
                <a:lnTo>
                  <a:pt x="93948" y="922861"/>
                </a:lnTo>
                <a:lnTo>
                  <a:pt x="138622" y="911375"/>
                </a:lnTo>
                <a:lnTo>
                  <a:pt x="181452" y="895700"/>
                </a:lnTo>
                <a:lnTo>
                  <a:pt x="222201" y="876070"/>
                </a:lnTo>
                <a:lnTo>
                  <a:pt x="260637" y="852720"/>
                </a:lnTo>
                <a:lnTo>
                  <a:pt x="296524" y="825885"/>
                </a:lnTo>
                <a:lnTo>
                  <a:pt x="329628" y="795797"/>
                </a:lnTo>
                <a:lnTo>
                  <a:pt x="359715" y="762693"/>
                </a:lnTo>
                <a:lnTo>
                  <a:pt x="386551" y="726805"/>
                </a:lnTo>
                <a:lnTo>
                  <a:pt x="409902" y="688369"/>
                </a:lnTo>
                <a:lnTo>
                  <a:pt x="429532" y="647618"/>
                </a:lnTo>
                <a:lnTo>
                  <a:pt x="445208" y="604786"/>
                </a:lnTo>
                <a:lnTo>
                  <a:pt x="456695" y="560109"/>
                </a:lnTo>
                <a:lnTo>
                  <a:pt x="463759" y="513820"/>
                </a:lnTo>
                <a:lnTo>
                  <a:pt x="466166" y="466153"/>
                </a:lnTo>
                <a:lnTo>
                  <a:pt x="463759" y="418493"/>
                </a:lnTo>
                <a:lnTo>
                  <a:pt x="456695" y="372209"/>
                </a:lnTo>
                <a:lnTo>
                  <a:pt x="445208" y="327536"/>
                </a:lnTo>
                <a:lnTo>
                  <a:pt x="429532" y="284708"/>
                </a:lnTo>
                <a:lnTo>
                  <a:pt x="409902" y="243960"/>
                </a:lnTo>
                <a:lnTo>
                  <a:pt x="386551" y="205526"/>
                </a:lnTo>
                <a:lnTo>
                  <a:pt x="359715" y="169639"/>
                </a:lnTo>
                <a:lnTo>
                  <a:pt x="329628" y="136536"/>
                </a:lnTo>
                <a:lnTo>
                  <a:pt x="296524" y="106449"/>
                </a:lnTo>
                <a:lnTo>
                  <a:pt x="260637" y="79613"/>
                </a:lnTo>
                <a:lnTo>
                  <a:pt x="222201" y="56263"/>
                </a:lnTo>
                <a:lnTo>
                  <a:pt x="181452" y="36633"/>
                </a:lnTo>
                <a:lnTo>
                  <a:pt x="138622" y="20958"/>
                </a:lnTo>
                <a:lnTo>
                  <a:pt x="93948" y="9470"/>
                </a:lnTo>
                <a:lnTo>
                  <a:pt x="47662" y="240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fr-FR" sz="33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63" name="Freeform: Shape 18"/>
          <p:cNvSpPr/>
          <p:nvPr/>
        </p:nvSpPr>
        <p:spPr>
          <a:xfrm>
            <a:off x="11464200" y="5520240"/>
            <a:ext cx="427680" cy="408600"/>
          </a:xfrm>
          <a:custGeom>
            <a:avLst/>
            <a:gdLst>
              <a:gd name="textAreaLeft" fmla="*/ 0 w 427680"/>
              <a:gd name="textAreaRight" fmla="*/ 428040 w 427680"/>
              <a:gd name="textAreaTop" fmla="*/ 0 h 408600"/>
              <a:gd name="textAreaBottom" fmla="*/ 408960 h 408600"/>
            </a:gdLst>
            <a:ahLst/>
            <a:cxnLst/>
            <a:rect l="textAreaLeft" t="textAreaTop" r="textAreaRight" b="textAreaBottom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30" b="0" strike="noStrike" spc="-1">
              <a:solidFill>
                <a:schemeClr val="lt1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sldNum" idx="6"/>
          </p:nvPr>
        </p:nvSpPr>
        <p:spPr>
          <a:xfrm>
            <a:off x="11385360" y="6306120"/>
            <a:ext cx="506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B4206F-7B01-4CF9-A412-3602AB0691AA}" type="slidenum">
              <a: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body"/>
          </p:nvPr>
        </p:nvSpPr>
        <p:spPr>
          <a:xfrm>
            <a:off x="642960" y="95004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Deuxième niveau</a:t>
            </a:r>
          </a:p>
        </p:txBody>
      </p:sp>
      <p:sp>
        <p:nvSpPr>
          <p:cNvPr id="166" name="PlaceHolder 4"/>
          <p:cNvSpPr>
            <a:spLocks noGrp="1"/>
          </p:cNvSpPr>
          <p:nvPr>
            <p:ph type="body"/>
          </p:nvPr>
        </p:nvSpPr>
        <p:spPr>
          <a:xfrm>
            <a:off x="642960" y="-326592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420" b="1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420" b="0" strike="noStrike" spc="-1">
              <a:solidFill>
                <a:schemeClr val="dk1"/>
              </a:solidFill>
              <a:latin typeface="Arial"/>
            </a:endParaRPr>
          </a:p>
        </p:txBody>
      </p:sp>
      <p:pic>
        <p:nvPicPr>
          <p:cNvPr id="167" name="Image 1"/>
          <p:cNvPicPr/>
          <p:nvPr/>
        </p:nvPicPr>
        <p:blipFill>
          <a:blip r:embed="rId2"/>
          <a:stretch/>
        </p:blipFill>
        <p:spPr>
          <a:xfrm>
            <a:off x="558360" y="6333120"/>
            <a:ext cx="897120" cy="34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dk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Conten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ftr" idx="7"/>
          </p:nvPr>
        </p:nvSpPr>
        <p:spPr>
          <a:xfrm>
            <a:off x="4964040" y="4453920"/>
            <a:ext cx="606564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70" name="Straight Connector 30"/>
          <p:cNvCxnSpPr/>
          <p:nvPr/>
        </p:nvCxnSpPr>
        <p:spPr>
          <a:xfrm>
            <a:off x="548280" y="6190560"/>
            <a:ext cx="11327400" cy="360"/>
          </a:xfrm>
          <a:prstGeom prst="straightConnector1">
            <a:avLst/>
          </a:prstGeom>
          <a:ln>
            <a:solidFill>
              <a:srgbClr val="00ABA1"/>
            </a:solidFill>
          </a:ln>
        </p:spPr>
      </p:cxn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42960" y="95004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Deuxième niveau</a:t>
            </a:r>
          </a:p>
        </p:txBody>
      </p:sp>
      <p:pic>
        <p:nvPicPr>
          <p:cNvPr id="172" name="Image 2"/>
          <p:cNvPicPr/>
          <p:nvPr/>
        </p:nvPicPr>
        <p:blipFill>
          <a:blip r:embed="rId2"/>
          <a:stretch/>
        </p:blipFill>
        <p:spPr>
          <a:xfrm flipH="1">
            <a:off x="8563680" y="2341440"/>
            <a:ext cx="3960000" cy="384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PlaceHolder 3"/>
          <p:cNvSpPr>
            <a:spLocks noGrp="1"/>
          </p:cNvSpPr>
          <p:nvPr>
            <p:ph type="body"/>
          </p:nvPr>
        </p:nvSpPr>
        <p:spPr>
          <a:xfrm>
            <a:off x="642960" y="-326592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420" b="1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42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 type="sldNum" idx="8"/>
          </p:nvPr>
        </p:nvSpPr>
        <p:spPr>
          <a:xfrm>
            <a:off x="11385360" y="6306120"/>
            <a:ext cx="506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7CCA6E-AF89-4A27-94C1-8ACF0B1B53F7}" type="slidenum">
              <a: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75" name="Image 1"/>
          <p:cNvPicPr/>
          <p:nvPr/>
        </p:nvPicPr>
        <p:blipFill>
          <a:blip r:embed="rId3"/>
          <a:stretch/>
        </p:blipFill>
        <p:spPr>
          <a:xfrm>
            <a:off x="548280" y="6314400"/>
            <a:ext cx="897120" cy="34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dk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6_Conten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Freeform: Shape 18"/>
          <p:cNvSpPr/>
          <p:nvPr/>
        </p:nvSpPr>
        <p:spPr>
          <a:xfrm rot="16200000">
            <a:off x="9511200" y="-253080"/>
            <a:ext cx="468720" cy="976680"/>
          </a:xfrm>
          <a:custGeom>
            <a:avLst/>
            <a:gdLst>
              <a:gd name="textAreaLeft" fmla="*/ 0 w 468720"/>
              <a:gd name="textAreaRight" fmla="*/ 469080 w 468720"/>
              <a:gd name="textAreaTop" fmla="*/ 0 h 976680"/>
              <a:gd name="textAreaBottom" fmla="*/ 977040 h 976680"/>
            </a:gdLst>
            <a:ahLst/>
            <a:cxnLst/>
            <a:rect l="textAreaLeft" t="textAreaTop" r="textAreaRight" b="textAreaBottom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FR" sz="330" b="0" strike="noStrike" spc="-1">
                <a:solidFill>
                  <a:schemeClr val="lt1"/>
                </a:solidFill>
                <a:latin typeface="Arial"/>
              </a:rPr>
              <a:t>  </a:t>
            </a:r>
            <a:endParaRPr lang="fr-FR" sz="33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ftr" idx="9"/>
          </p:nvPr>
        </p:nvSpPr>
        <p:spPr>
          <a:xfrm>
            <a:off x="4965840" y="4453920"/>
            <a:ext cx="606384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lt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lt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ldNum" idx="10"/>
          </p:nvPr>
        </p:nvSpPr>
        <p:spPr>
          <a:xfrm>
            <a:off x="11385360" y="6306120"/>
            <a:ext cx="506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lt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28D4BE-5E4E-4479-A211-E9AE77EF53F1}" type="slidenum">
              <a:rPr lang="en-US" sz="900" b="1" strike="noStrike" spc="-1">
                <a:solidFill>
                  <a:schemeClr val="lt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FFFFFF"/>
              </a:solidFill>
              <a:latin typeface="Calibri"/>
            </a:endParaRPr>
          </a:p>
        </p:txBody>
      </p:sp>
      <p:cxnSp>
        <p:nvCxnSpPr>
          <p:cNvPr id="180" name="Straight Connector 30"/>
          <p:cNvCxnSpPr/>
          <p:nvPr/>
        </p:nvCxnSpPr>
        <p:spPr>
          <a:xfrm>
            <a:off x="556560" y="6190560"/>
            <a:ext cx="11319120" cy="360"/>
          </a:xfrm>
          <a:prstGeom prst="straightConnector1">
            <a:avLst/>
          </a:prstGeom>
          <a:ln>
            <a:solidFill>
              <a:srgbClr val="FFFFFF"/>
            </a:solidFill>
          </a:ln>
        </p:spPr>
      </p:cxnSp>
      <p:sp>
        <p:nvSpPr>
          <p:cNvPr id="181" name="Freeform: Shape 18"/>
          <p:cNvSpPr/>
          <p:nvPr/>
        </p:nvSpPr>
        <p:spPr>
          <a:xfrm>
            <a:off x="11464200" y="5479920"/>
            <a:ext cx="427680" cy="408600"/>
          </a:xfrm>
          <a:custGeom>
            <a:avLst/>
            <a:gdLst>
              <a:gd name="textAreaLeft" fmla="*/ 0 w 427680"/>
              <a:gd name="textAreaRight" fmla="*/ 428040 w 427680"/>
              <a:gd name="textAreaTop" fmla="*/ 0 h 408600"/>
              <a:gd name="textAreaBottom" fmla="*/ 408960 h 408600"/>
            </a:gdLst>
            <a:ahLst/>
            <a:cxnLst/>
            <a:rect l="textAreaLeft" t="textAreaTop" r="textAreaRight" b="textAreaBottom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30" b="0" strike="noStrike" spc="-1">
              <a:solidFill>
                <a:schemeClr val="lt1"/>
              </a:solidFill>
              <a:latin typeface="Arial"/>
            </a:endParaRPr>
          </a:p>
        </p:txBody>
      </p:sp>
      <p:pic>
        <p:nvPicPr>
          <p:cNvPr id="182" name="Image 11"/>
          <p:cNvPicPr/>
          <p:nvPr/>
        </p:nvPicPr>
        <p:blipFill>
          <a:blip r:embed="rId2"/>
          <a:srcRect b="-22878"/>
          <a:stretch/>
        </p:blipFill>
        <p:spPr>
          <a:xfrm>
            <a:off x="556560" y="6305760"/>
            <a:ext cx="939600" cy="42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3" name="Image 9"/>
          <p:cNvPicPr/>
          <p:nvPr/>
        </p:nvPicPr>
        <p:blipFill>
          <a:blip r:embed="rId3"/>
          <a:stretch/>
        </p:blipFill>
        <p:spPr>
          <a:xfrm rot="5400000">
            <a:off x="9050400" y="3048840"/>
            <a:ext cx="3249720" cy="303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PlaceHolder 3"/>
          <p:cNvSpPr>
            <a:spLocks noGrp="1"/>
          </p:cNvSpPr>
          <p:nvPr>
            <p:ph type="body"/>
          </p:nvPr>
        </p:nvSpPr>
        <p:spPr>
          <a:xfrm>
            <a:off x="670320" y="-3297960"/>
            <a:ext cx="888696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800" b="1" strike="noStrike" cap="all" spc="-1">
                <a:solidFill>
                  <a:schemeClr val="lt1"/>
                </a:solidFill>
                <a:latin typeface="Arial"/>
              </a:rPr>
              <a:t>Cliquez pour modifier les styles du texte du masque</a:t>
            </a:r>
            <a:endParaRPr lang="fr-FR" sz="1800" b="0" strike="noStrike" spc="-1">
              <a:solidFill>
                <a:schemeClr val="lt1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 type="body"/>
          </p:nvPr>
        </p:nvSpPr>
        <p:spPr>
          <a:xfrm>
            <a:off x="670320" y="1200600"/>
            <a:ext cx="888696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lt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lt1"/>
                </a:solidFill>
                <a:latin typeface="Arial"/>
              </a:rPr>
              <a:t>Deuxième niveau</a:t>
            </a:r>
          </a:p>
        </p:txBody>
      </p:sp>
      <p:grpSp>
        <p:nvGrpSpPr>
          <p:cNvPr id="186" name="Groupe 156"/>
          <p:cNvGrpSpPr/>
          <p:nvPr/>
        </p:nvGrpSpPr>
        <p:grpSpPr>
          <a:xfrm>
            <a:off x="21240" y="4869720"/>
            <a:ext cx="521280" cy="899280"/>
            <a:chOff x="21240" y="4869720"/>
            <a:chExt cx="521280" cy="899280"/>
          </a:xfrm>
        </p:grpSpPr>
        <p:sp>
          <p:nvSpPr>
            <p:cNvPr id="187" name="object 23"/>
            <p:cNvSpPr/>
            <p:nvPr/>
          </p:nvSpPr>
          <p:spPr>
            <a:xfrm rot="16200000">
              <a:off x="21600" y="5748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19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88" name="object 24"/>
            <p:cNvSpPr/>
            <p:nvPr/>
          </p:nvSpPr>
          <p:spPr>
            <a:xfrm rot="16200000">
              <a:off x="2160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89" name="object 25"/>
            <p:cNvSpPr/>
            <p:nvPr/>
          </p:nvSpPr>
          <p:spPr>
            <a:xfrm rot="16200000">
              <a:off x="2160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0" name="object 26"/>
            <p:cNvSpPr/>
            <p:nvPr/>
          </p:nvSpPr>
          <p:spPr>
            <a:xfrm rot="16200000">
              <a:off x="2160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1" name="object 27"/>
            <p:cNvSpPr/>
            <p:nvPr/>
          </p:nvSpPr>
          <p:spPr>
            <a:xfrm rot="16200000">
              <a:off x="28080" y="5548680"/>
              <a:ext cx="6120" cy="2016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6350" h="19684">
                  <a:moveTo>
                    <a:pt x="574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3639" y="19288"/>
                  </a:lnTo>
                  <a:lnTo>
                    <a:pt x="3963" y="14412"/>
                  </a:lnTo>
                  <a:lnTo>
                    <a:pt x="5143" y="3810"/>
                  </a:lnTo>
                  <a:lnTo>
                    <a:pt x="574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2" name="object 28"/>
            <p:cNvSpPr/>
            <p:nvPr/>
          </p:nvSpPr>
          <p:spPr>
            <a:xfrm rot="16200000">
              <a:off x="28080" y="5068440"/>
              <a:ext cx="6120" cy="2016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6350" h="19684">
                  <a:moveTo>
                    <a:pt x="1207" y="0"/>
                  </a:moveTo>
                  <a:lnTo>
                    <a:pt x="0" y="0"/>
                  </a:lnTo>
                  <a:lnTo>
                    <a:pt x="611" y="3923"/>
                  </a:lnTo>
                  <a:lnTo>
                    <a:pt x="1789" y="14559"/>
                  </a:lnTo>
                  <a:lnTo>
                    <a:pt x="2101" y="19276"/>
                  </a:lnTo>
                  <a:lnTo>
                    <a:pt x="5728" y="15659"/>
                  </a:lnTo>
                  <a:lnTo>
                    <a:pt x="5728" y="4508"/>
                  </a:lnTo>
                  <a:lnTo>
                    <a:pt x="1207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3" name="object 29"/>
            <p:cNvSpPr/>
            <p:nvPr/>
          </p:nvSpPr>
          <p:spPr>
            <a:xfrm rot="16200000">
              <a:off x="2160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4" name="object 30"/>
            <p:cNvSpPr/>
            <p:nvPr/>
          </p:nvSpPr>
          <p:spPr>
            <a:xfrm rot="16200000">
              <a:off x="2160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5" name="object 31"/>
            <p:cNvSpPr/>
            <p:nvPr/>
          </p:nvSpPr>
          <p:spPr>
            <a:xfrm rot="16200000">
              <a:off x="2160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6" name="object 32"/>
            <p:cNvSpPr/>
            <p:nvPr/>
          </p:nvSpPr>
          <p:spPr>
            <a:xfrm rot="16200000">
              <a:off x="21600" y="48690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7" name="object 33"/>
            <p:cNvSpPr/>
            <p:nvPr/>
          </p:nvSpPr>
          <p:spPr>
            <a:xfrm rot="16200000">
              <a:off x="71640" y="5748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8" name="object 34"/>
            <p:cNvSpPr/>
            <p:nvPr/>
          </p:nvSpPr>
          <p:spPr>
            <a:xfrm rot="16200000">
              <a:off x="7164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9" name="object 35"/>
            <p:cNvSpPr/>
            <p:nvPr/>
          </p:nvSpPr>
          <p:spPr>
            <a:xfrm rot="16200000">
              <a:off x="7164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0" name="object 36"/>
            <p:cNvSpPr/>
            <p:nvPr/>
          </p:nvSpPr>
          <p:spPr>
            <a:xfrm rot="16200000">
              <a:off x="7164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1" name="object 37"/>
            <p:cNvSpPr/>
            <p:nvPr/>
          </p:nvSpPr>
          <p:spPr>
            <a:xfrm rot="16200000">
              <a:off x="78840" y="5548320"/>
              <a:ext cx="6120" cy="2088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6350" h="20319">
                  <a:moveTo>
                    <a:pt x="4239" y="0"/>
                  </a:moveTo>
                  <a:lnTo>
                    <a:pt x="0" y="4228"/>
                  </a:lnTo>
                  <a:lnTo>
                    <a:pt x="0" y="15378"/>
                  </a:lnTo>
                  <a:lnTo>
                    <a:pt x="4521" y="19887"/>
                  </a:lnTo>
                  <a:lnTo>
                    <a:pt x="6244" y="19887"/>
                  </a:lnTo>
                  <a:lnTo>
                    <a:pt x="423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2" name="object 38"/>
            <p:cNvSpPr/>
            <p:nvPr/>
          </p:nvSpPr>
          <p:spPr>
            <a:xfrm rot="16200000">
              <a:off x="78840" y="5068800"/>
              <a:ext cx="6120" cy="2088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6350" h="20319">
                  <a:moveTo>
                    <a:pt x="2003" y="0"/>
                  </a:moveTo>
                  <a:lnTo>
                    <a:pt x="0" y="19870"/>
                  </a:lnTo>
                  <a:lnTo>
                    <a:pt x="1704" y="19870"/>
                  </a:lnTo>
                  <a:lnTo>
                    <a:pt x="6226" y="15361"/>
                  </a:lnTo>
                  <a:lnTo>
                    <a:pt x="6226" y="4211"/>
                  </a:lnTo>
                  <a:lnTo>
                    <a:pt x="2003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3" name="object 39"/>
            <p:cNvSpPr/>
            <p:nvPr/>
          </p:nvSpPr>
          <p:spPr>
            <a:xfrm rot="16200000">
              <a:off x="7164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4" name="object 40"/>
            <p:cNvSpPr/>
            <p:nvPr/>
          </p:nvSpPr>
          <p:spPr>
            <a:xfrm rot="16200000">
              <a:off x="7164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5" name="object 41"/>
            <p:cNvSpPr/>
            <p:nvPr/>
          </p:nvSpPr>
          <p:spPr>
            <a:xfrm rot="16200000">
              <a:off x="7164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6" name="object 42"/>
            <p:cNvSpPr/>
            <p:nvPr/>
          </p:nvSpPr>
          <p:spPr>
            <a:xfrm rot="16200000">
              <a:off x="71640" y="48690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7" name="object 43"/>
            <p:cNvSpPr/>
            <p:nvPr/>
          </p:nvSpPr>
          <p:spPr>
            <a:xfrm rot="16200000">
              <a:off x="121680" y="5748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8" name="object 44"/>
            <p:cNvSpPr/>
            <p:nvPr/>
          </p:nvSpPr>
          <p:spPr>
            <a:xfrm rot="16200000">
              <a:off x="12168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9" name="object 45"/>
            <p:cNvSpPr/>
            <p:nvPr/>
          </p:nvSpPr>
          <p:spPr>
            <a:xfrm rot="16200000">
              <a:off x="12168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0" name="object 46"/>
            <p:cNvSpPr/>
            <p:nvPr/>
          </p:nvSpPr>
          <p:spPr>
            <a:xfrm rot="16200000">
              <a:off x="12168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1" name="object 47"/>
            <p:cNvSpPr/>
            <p:nvPr/>
          </p:nvSpPr>
          <p:spPr>
            <a:xfrm rot="16200000">
              <a:off x="123120" y="5542920"/>
              <a:ext cx="17280" cy="20880"/>
            </a:xfrm>
            <a:custGeom>
              <a:avLst/>
              <a:gdLst>
                <a:gd name="textAreaLeft" fmla="*/ 0 w 17280"/>
                <a:gd name="textAreaRight" fmla="*/ 17640 w 1728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7779" h="20319">
                  <a:moveTo>
                    <a:pt x="114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203" y="18627"/>
                  </a:lnTo>
                  <a:lnTo>
                    <a:pt x="1142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2" name="object 48"/>
            <p:cNvSpPr/>
            <p:nvPr/>
          </p:nvSpPr>
          <p:spPr>
            <a:xfrm rot="16200000">
              <a:off x="123120" y="5074200"/>
              <a:ext cx="17280" cy="20880"/>
            </a:xfrm>
            <a:custGeom>
              <a:avLst/>
              <a:gdLst>
                <a:gd name="textAreaLeft" fmla="*/ 0 w 17280"/>
                <a:gd name="textAreaRight" fmla="*/ 17640 w 1728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7779" h="20319">
                  <a:moveTo>
                    <a:pt x="12669" y="0"/>
                  </a:moveTo>
                  <a:lnTo>
                    <a:pt x="5786" y="0"/>
                  </a:lnTo>
                  <a:lnTo>
                    <a:pt x="0" y="18640"/>
                  </a:lnTo>
                  <a:lnTo>
                    <a:pt x="1531" y="20167"/>
                  </a:lnTo>
                  <a:lnTo>
                    <a:pt x="12669" y="20167"/>
                  </a:lnTo>
                  <a:lnTo>
                    <a:pt x="17190" y="15659"/>
                  </a:lnTo>
                  <a:lnTo>
                    <a:pt x="17190" y="4508"/>
                  </a:lnTo>
                  <a:lnTo>
                    <a:pt x="1266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3" name="object 49"/>
            <p:cNvSpPr/>
            <p:nvPr/>
          </p:nvSpPr>
          <p:spPr>
            <a:xfrm rot="16200000">
              <a:off x="12168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4" name="object 50"/>
            <p:cNvSpPr/>
            <p:nvPr/>
          </p:nvSpPr>
          <p:spPr>
            <a:xfrm rot="16200000">
              <a:off x="12168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5" name="object 51"/>
            <p:cNvSpPr/>
            <p:nvPr/>
          </p:nvSpPr>
          <p:spPr>
            <a:xfrm rot="16200000">
              <a:off x="12168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6" name="object 52"/>
            <p:cNvSpPr/>
            <p:nvPr/>
          </p:nvSpPr>
          <p:spPr>
            <a:xfrm rot="16200000">
              <a:off x="121680" y="48690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7" name="object 53"/>
            <p:cNvSpPr/>
            <p:nvPr/>
          </p:nvSpPr>
          <p:spPr>
            <a:xfrm rot="16200000">
              <a:off x="171720" y="5748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7851"/>
                  </a:lnTo>
                  <a:lnTo>
                    <a:pt x="2699" y="18351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8" name="object 54"/>
            <p:cNvSpPr/>
            <p:nvPr/>
          </p:nvSpPr>
          <p:spPr>
            <a:xfrm rot="16200000">
              <a:off x="17172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9" name="object 55"/>
            <p:cNvSpPr/>
            <p:nvPr/>
          </p:nvSpPr>
          <p:spPr>
            <a:xfrm rot="16200000">
              <a:off x="17172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0" name="object 56"/>
            <p:cNvSpPr/>
            <p:nvPr/>
          </p:nvSpPr>
          <p:spPr>
            <a:xfrm rot="16200000">
              <a:off x="17172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1" name="object 57"/>
            <p:cNvSpPr/>
            <p:nvPr/>
          </p:nvSpPr>
          <p:spPr>
            <a:xfrm rot="16200000">
              <a:off x="17172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2" name="object 58"/>
            <p:cNvSpPr/>
            <p:nvPr/>
          </p:nvSpPr>
          <p:spPr>
            <a:xfrm rot="16200000">
              <a:off x="17172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3" name="object 59"/>
            <p:cNvSpPr/>
            <p:nvPr/>
          </p:nvSpPr>
          <p:spPr>
            <a:xfrm rot="16200000">
              <a:off x="17172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4" name="object 60"/>
            <p:cNvSpPr/>
            <p:nvPr/>
          </p:nvSpPr>
          <p:spPr>
            <a:xfrm rot="16200000">
              <a:off x="17172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5" name="object 61"/>
            <p:cNvSpPr/>
            <p:nvPr/>
          </p:nvSpPr>
          <p:spPr>
            <a:xfrm rot="16200000">
              <a:off x="17172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6" name="object 62"/>
            <p:cNvSpPr/>
            <p:nvPr/>
          </p:nvSpPr>
          <p:spPr>
            <a:xfrm rot="16200000">
              <a:off x="171720" y="48690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471" y="18359"/>
                  </a:lnTo>
                  <a:lnTo>
                    <a:pt x="20180" y="7826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7" name="object 63"/>
            <p:cNvSpPr/>
            <p:nvPr/>
          </p:nvSpPr>
          <p:spPr>
            <a:xfrm rot="16200000">
              <a:off x="226440" y="5743440"/>
              <a:ext cx="7920" cy="18360"/>
            </a:xfrm>
            <a:custGeom>
              <a:avLst/>
              <a:gdLst>
                <a:gd name="textAreaLeft" fmla="*/ 0 w 7920"/>
                <a:gd name="textAreaRight" fmla="*/ 8280 w 792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8254" h="17779">
                  <a:moveTo>
                    <a:pt x="3497" y="0"/>
                  </a:moveTo>
                  <a:lnTo>
                    <a:pt x="0" y="0"/>
                  </a:lnTo>
                  <a:lnTo>
                    <a:pt x="6343" y="17330"/>
                  </a:lnTo>
                  <a:lnTo>
                    <a:pt x="8019" y="15659"/>
                  </a:lnTo>
                  <a:lnTo>
                    <a:pt x="8019" y="4508"/>
                  </a:lnTo>
                  <a:lnTo>
                    <a:pt x="3497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8" name="object 64"/>
            <p:cNvSpPr/>
            <p:nvPr/>
          </p:nvSpPr>
          <p:spPr>
            <a:xfrm rot="16200000">
              <a:off x="22176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9" name="object 65"/>
            <p:cNvSpPr/>
            <p:nvPr/>
          </p:nvSpPr>
          <p:spPr>
            <a:xfrm rot="16200000">
              <a:off x="22176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0" name="object 66"/>
            <p:cNvSpPr/>
            <p:nvPr/>
          </p:nvSpPr>
          <p:spPr>
            <a:xfrm rot="16200000">
              <a:off x="22176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1" name="object 67"/>
            <p:cNvSpPr/>
            <p:nvPr/>
          </p:nvSpPr>
          <p:spPr>
            <a:xfrm rot="16200000">
              <a:off x="22176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2" name="object 68"/>
            <p:cNvSpPr/>
            <p:nvPr/>
          </p:nvSpPr>
          <p:spPr>
            <a:xfrm rot="16200000">
              <a:off x="22176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9674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12733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3" name="object 69"/>
            <p:cNvSpPr/>
            <p:nvPr/>
          </p:nvSpPr>
          <p:spPr>
            <a:xfrm rot="16200000">
              <a:off x="22176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10518" y="0"/>
                  </a:lnTo>
                  <a:lnTo>
                    <a:pt x="0" y="1274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4" name="object 70"/>
            <p:cNvSpPr/>
            <p:nvPr/>
          </p:nvSpPr>
          <p:spPr>
            <a:xfrm rot="16200000">
              <a:off x="22176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5" name="object 71"/>
            <p:cNvSpPr/>
            <p:nvPr/>
          </p:nvSpPr>
          <p:spPr>
            <a:xfrm rot="16200000">
              <a:off x="22176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6" name="object 72"/>
            <p:cNvSpPr/>
            <p:nvPr/>
          </p:nvSpPr>
          <p:spPr>
            <a:xfrm rot="16200000">
              <a:off x="22176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7" name="object 73"/>
            <p:cNvSpPr/>
            <p:nvPr/>
          </p:nvSpPr>
          <p:spPr>
            <a:xfrm rot="16200000">
              <a:off x="22176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8" name="object 74"/>
            <p:cNvSpPr/>
            <p:nvPr/>
          </p:nvSpPr>
          <p:spPr>
            <a:xfrm rot="16200000">
              <a:off x="226440" y="4876200"/>
              <a:ext cx="7920" cy="18360"/>
            </a:xfrm>
            <a:custGeom>
              <a:avLst/>
              <a:gdLst>
                <a:gd name="textAreaLeft" fmla="*/ 0 w 7920"/>
                <a:gd name="textAreaRight" fmla="*/ 8280 w 792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8254" h="17779">
                  <a:moveTo>
                    <a:pt x="8012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671" y="17325"/>
                  </a:lnTo>
                  <a:lnTo>
                    <a:pt x="8012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9" name="object 75"/>
            <p:cNvSpPr/>
            <p:nvPr/>
          </p:nvSpPr>
          <p:spPr>
            <a:xfrm rot="16200000">
              <a:off x="27180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0" name="object 76"/>
            <p:cNvSpPr/>
            <p:nvPr/>
          </p:nvSpPr>
          <p:spPr>
            <a:xfrm rot="16200000">
              <a:off x="27180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1" name="object 77"/>
            <p:cNvSpPr/>
            <p:nvPr/>
          </p:nvSpPr>
          <p:spPr>
            <a:xfrm rot="16200000">
              <a:off x="27180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2" name="object 78"/>
            <p:cNvSpPr/>
            <p:nvPr/>
          </p:nvSpPr>
          <p:spPr>
            <a:xfrm rot="16200000">
              <a:off x="27180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3" name="object 79"/>
            <p:cNvSpPr/>
            <p:nvPr/>
          </p:nvSpPr>
          <p:spPr>
            <a:xfrm rot="16200000">
              <a:off x="27180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4" name="object 80"/>
            <p:cNvSpPr/>
            <p:nvPr/>
          </p:nvSpPr>
          <p:spPr>
            <a:xfrm rot="16200000">
              <a:off x="27180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287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8990" y="3322"/>
                  </a:lnTo>
                  <a:lnTo>
                    <a:pt x="1287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5" name="object 81"/>
            <p:cNvSpPr/>
            <p:nvPr/>
          </p:nvSpPr>
          <p:spPr>
            <a:xfrm rot="16200000">
              <a:off x="27180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7319" y="0"/>
                  </a:lnTo>
                  <a:lnTo>
                    <a:pt x="1178" y="3333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6" name="object 82"/>
            <p:cNvSpPr/>
            <p:nvPr/>
          </p:nvSpPr>
          <p:spPr>
            <a:xfrm rot="16200000">
              <a:off x="27180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7" name="object 83"/>
            <p:cNvSpPr/>
            <p:nvPr/>
          </p:nvSpPr>
          <p:spPr>
            <a:xfrm rot="16200000">
              <a:off x="27180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8" name="object 84"/>
            <p:cNvSpPr/>
            <p:nvPr/>
          </p:nvSpPr>
          <p:spPr>
            <a:xfrm rot="16200000">
              <a:off x="27180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9" name="object 85"/>
            <p:cNvSpPr/>
            <p:nvPr/>
          </p:nvSpPr>
          <p:spPr>
            <a:xfrm rot="16200000">
              <a:off x="27180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0" name="object 86"/>
            <p:cNvSpPr/>
            <p:nvPr/>
          </p:nvSpPr>
          <p:spPr>
            <a:xfrm rot="16200000">
              <a:off x="27180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1" name="object 87"/>
            <p:cNvSpPr/>
            <p:nvPr/>
          </p:nvSpPr>
          <p:spPr>
            <a:xfrm rot="16200000">
              <a:off x="323640" y="5694480"/>
              <a:ext cx="12960" cy="17640"/>
            </a:xfrm>
            <a:custGeom>
              <a:avLst/>
              <a:gdLst>
                <a:gd name="textAreaLeft" fmla="*/ 0 w 12960"/>
                <a:gd name="textAreaRight" fmla="*/ 13320 w 1296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13335" h="17145">
                  <a:moveTo>
                    <a:pt x="8506" y="0"/>
                  </a:moveTo>
                  <a:lnTo>
                    <a:pt x="0" y="0"/>
                  </a:lnTo>
                  <a:lnTo>
                    <a:pt x="5532" y="9107"/>
                  </a:lnTo>
                  <a:lnTo>
                    <a:pt x="11540" y="17141"/>
                  </a:lnTo>
                  <a:lnTo>
                    <a:pt x="13027" y="15659"/>
                  </a:lnTo>
                  <a:lnTo>
                    <a:pt x="13027" y="4508"/>
                  </a:lnTo>
                  <a:lnTo>
                    <a:pt x="8506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2" name="object 88"/>
            <p:cNvSpPr/>
            <p:nvPr/>
          </p:nvSpPr>
          <p:spPr>
            <a:xfrm rot="16200000">
              <a:off x="32184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3" name="object 89"/>
            <p:cNvSpPr/>
            <p:nvPr/>
          </p:nvSpPr>
          <p:spPr>
            <a:xfrm rot="16200000">
              <a:off x="32184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4" name="object 90"/>
            <p:cNvSpPr/>
            <p:nvPr/>
          </p:nvSpPr>
          <p:spPr>
            <a:xfrm rot="16200000">
              <a:off x="32184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5" name="object 91"/>
            <p:cNvSpPr/>
            <p:nvPr/>
          </p:nvSpPr>
          <p:spPr>
            <a:xfrm rot="16200000">
              <a:off x="32184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6" name="object 92"/>
            <p:cNvSpPr/>
            <p:nvPr/>
          </p:nvSpPr>
          <p:spPr>
            <a:xfrm rot="16200000">
              <a:off x="32184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7" name="object 93"/>
            <p:cNvSpPr/>
            <p:nvPr/>
          </p:nvSpPr>
          <p:spPr>
            <a:xfrm rot="16200000">
              <a:off x="321840" y="5386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8" name="object 94"/>
            <p:cNvSpPr/>
            <p:nvPr/>
          </p:nvSpPr>
          <p:spPr>
            <a:xfrm rot="16200000">
              <a:off x="32184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9" name="object 95"/>
            <p:cNvSpPr/>
            <p:nvPr/>
          </p:nvSpPr>
          <p:spPr>
            <a:xfrm rot="16200000">
              <a:off x="32184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0" name="object 96"/>
            <p:cNvSpPr/>
            <p:nvPr/>
          </p:nvSpPr>
          <p:spPr>
            <a:xfrm rot="16200000">
              <a:off x="321840" y="5231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1" name="object 97"/>
            <p:cNvSpPr/>
            <p:nvPr/>
          </p:nvSpPr>
          <p:spPr>
            <a:xfrm rot="16200000">
              <a:off x="32184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2" name="object 98"/>
            <p:cNvSpPr/>
            <p:nvPr/>
          </p:nvSpPr>
          <p:spPr>
            <a:xfrm rot="16200000">
              <a:off x="32184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3" name="object 99"/>
            <p:cNvSpPr/>
            <p:nvPr/>
          </p:nvSpPr>
          <p:spPr>
            <a:xfrm rot="16200000">
              <a:off x="32184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4" name="object 100"/>
            <p:cNvSpPr/>
            <p:nvPr/>
          </p:nvSpPr>
          <p:spPr>
            <a:xfrm rot="16200000">
              <a:off x="32184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5" name="object 101"/>
            <p:cNvSpPr/>
            <p:nvPr/>
          </p:nvSpPr>
          <p:spPr>
            <a:xfrm rot="16200000">
              <a:off x="32184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6" name="object 102"/>
            <p:cNvSpPr/>
            <p:nvPr/>
          </p:nvSpPr>
          <p:spPr>
            <a:xfrm rot="16200000">
              <a:off x="323640" y="4925520"/>
              <a:ext cx="12960" cy="17640"/>
            </a:xfrm>
            <a:custGeom>
              <a:avLst/>
              <a:gdLst>
                <a:gd name="textAreaLeft" fmla="*/ 0 w 12960"/>
                <a:gd name="textAreaRight" fmla="*/ 13320 w 1296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13335" h="17145">
                  <a:moveTo>
                    <a:pt x="130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483" y="17138"/>
                  </a:lnTo>
                  <a:lnTo>
                    <a:pt x="7488" y="9107"/>
                  </a:lnTo>
                  <a:lnTo>
                    <a:pt x="1302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7" name="object 103"/>
            <p:cNvSpPr/>
            <p:nvPr/>
          </p:nvSpPr>
          <p:spPr>
            <a:xfrm rot="16200000">
              <a:off x="37188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0673"/>
                  </a:lnTo>
                  <a:lnTo>
                    <a:pt x="8629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8" name="object 104"/>
            <p:cNvSpPr/>
            <p:nvPr/>
          </p:nvSpPr>
          <p:spPr>
            <a:xfrm rot="16200000">
              <a:off x="37188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9" name="object 105"/>
            <p:cNvSpPr/>
            <p:nvPr/>
          </p:nvSpPr>
          <p:spPr>
            <a:xfrm rot="16200000">
              <a:off x="37188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0" name="object 106"/>
            <p:cNvSpPr/>
            <p:nvPr/>
          </p:nvSpPr>
          <p:spPr>
            <a:xfrm rot="16200000">
              <a:off x="37188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1" name="object 107"/>
            <p:cNvSpPr/>
            <p:nvPr/>
          </p:nvSpPr>
          <p:spPr>
            <a:xfrm rot="16200000">
              <a:off x="37188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2" name="object 108"/>
            <p:cNvSpPr/>
            <p:nvPr/>
          </p:nvSpPr>
          <p:spPr>
            <a:xfrm rot="16200000">
              <a:off x="371880" y="5386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3" name="object 109"/>
            <p:cNvSpPr/>
            <p:nvPr/>
          </p:nvSpPr>
          <p:spPr>
            <a:xfrm rot="16200000">
              <a:off x="37188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4" name="object 110"/>
            <p:cNvSpPr/>
            <p:nvPr/>
          </p:nvSpPr>
          <p:spPr>
            <a:xfrm rot="16200000">
              <a:off x="37188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5" name="object 111"/>
            <p:cNvSpPr/>
            <p:nvPr/>
          </p:nvSpPr>
          <p:spPr>
            <a:xfrm rot="16200000">
              <a:off x="371880" y="5231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6" name="object 112"/>
            <p:cNvSpPr/>
            <p:nvPr/>
          </p:nvSpPr>
          <p:spPr>
            <a:xfrm rot="16200000">
              <a:off x="37188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7" name="object 113"/>
            <p:cNvSpPr/>
            <p:nvPr/>
          </p:nvSpPr>
          <p:spPr>
            <a:xfrm rot="16200000">
              <a:off x="37188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8" name="object 114"/>
            <p:cNvSpPr/>
            <p:nvPr/>
          </p:nvSpPr>
          <p:spPr>
            <a:xfrm rot="16200000">
              <a:off x="37188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9" name="object 115"/>
            <p:cNvSpPr/>
            <p:nvPr/>
          </p:nvSpPr>
          <p:spPr>
            <a:xfrm rot="16200000">
              <a:off x="37188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0" name="object 116"/>
            <p:cNvSpPr/>
            <p:nvPr/>
          </p:nvSpPr>
          <p:spPr>
            <a:xfrm rot="16200000">
              <a:off x="37188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1547" y="20167"/>
                  </a:lnTo>
                  <a:lnTo>
                    <a:pt x="20180" y="1066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1" name="object 117"/>
            <p:cNvSpPr/>
            <p:nvPr/>
          </p:nvSpPr>
          <p:spPr>
            <a:xfrm rot="16200000">
              <a:off x="42192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129"/>
                  </a:lnTo>
                  <a:lnTo>
                    <a:pt x="9412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2" name="object 118"/>
            <p:cNvSpPr/>
            <p:nvPr/>
          </p:nvSpPr>
          <p:spPr>
            <a:xfrm rot="16200000">
              <a:off x="42192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3" name="object 119"/>
            <p:cNvSpPr/>
            <p:nvPr/>
          </p:nvSpPr>
          <p:spPr>
            <a:xfrm rot="16200000">
              <a:off x="42192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4" name="object 120"/>
            <p:cNvSpPr/>
            <p:nvPr/>
          </p:nvSpPr>
          <p:spPr>
            <a:xfrm rot="16200000">
              <a:off x="42192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5" name="object 121"/>
            <p:cNvSpPr/>
            <p:nvPr/>
          </p:nvSpPr>
          <p:spPr>
            <a:xfrm rot="16200000">
              <a:off x="421920" y="5386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6" name="object 122"/>
            <p:cNvSpPr/>
            <p:nvPr/>
          </p:nvSpPr>
          <p:spPr>
            <a:xfrm rot="16200000">
              <a:off x="42192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7" name="object 123"/>
            <p:cNvSpPr/>
            <p:nvPr/>
          </p:nvSpPr>
          <p:spPr>
            <a:xfrm rot="16200000">
              <a:off x="42192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8" name="object 124"/>
            <p:cNvSpPr/>
            <p:nvPr/>
          </p:nvSpPr>
          <p:spPr>
            <a:xfrm rot="16200000">
              <a:off x="421920" y="5231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9" name="object 125"/>
            <p:cNvSpPr/>
            <p:nvPr/>
          </p:nvSpPr>
          <p:spPr>
            <a:xfrm rot="16200000">
              <a:off x="42192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0" name="object 126"/>
            <p:cNvSpPr/>
            <p:nvPr/>
          </p:nvSpPr>
          <p:spPr>
            <a:xfrm rot="16200000">
              <a:off x="42192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1" name="object 127"/>
            <p:cNvSpPr/>
            <p:nvPr/>
          </p:nvSpPr>
          <p:spPr>
            <a:xfrm rot="16200000">
              <a:off x="42192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2" name="object 128"/>
            <p:cNvSpPr/>
            <p:nvPr/>
          </p:nvSpPr>
          <p:spPr>
            <a:xfrm rot="16200000">
              <a:off x="42192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0765" y="20167"/>
                  </a:lnTo>
                  <a:lnTo>
                    <a:pt x="20180" y="13127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3" name="object 129"/>
            <p:cNvSpPr/>
            <p:nvPr/>
          </p:nvSpPr>
          <p:spPr>
            <a:xfrm rot="16200000">
              <a:off x="469800" y="5544000"/>
              <a:ext cx="18000" cy="1440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18414" h="13970">
                  <a:moveTo>
                    <a:pt x="13855" y="0"/>
                  </a:moveTo>
                  <a:lnTo>
                    <a:pt x="2717" y="0"/>
                  </a:lnTo>
                  <a:lnTo>
                    <a:pt x="0" y="2709"/>
                  </a:lnTo>
                  <a:lnTo>
                    <a:pt x="18376" y="13873"/>
                  </a:lnTo>
                  <a:lnTo>
                    <a:pt x="18376" y="4508"/>
                  </a:lnTo>
                  <a:lnTo>
                    <a:pt x="1385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4" name="object 130"/>
            <p:cNvSpPr/>
            <p:nvPr/>
          </p:nvSpPr>
          <p:spPr>
            <a:xfrm rot="16200000">
              <a:off x="47196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5" name="object 131"/>
            <p:cNvSpPr/>
            <p:nvPr/>
          </p:nvSpPr>
          <p:spPr>
            <a:xfrm rot="16200000">
              <a:off x="47196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6" name="object 132"/>
            <p:cNvSpPr/>
            <p:nvPr/>
          </p:nvSpPr>
          <p:spPr>
            <a:xfrm rot="16200000">
              <a:off x="471960" y="5386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7" name="object 133"/>
            <p:cNvSpPr/>
            <p:nvPr/>
          </p:nvSpPr>
          <p:spPr>
            <a:xfrm rot="16200000">
              <a:off x="47196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8" name="object 134"/>
            <p:cNvSpPr/>
            <p:nvPr/>
          </p:nvSpPr>
          <p:spPr>
            <a:xfrm rot="16200000">
              <a:off x="47196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9" name="object 135"/>
            <p:cNvSpPr/>
            <p:nvPr/>
          </p:nvSpPr>
          <p:spPr>
            <a:xfrm rot="16200000">
              <a:off x="471960" y="5231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0" name="object 136"/>
            <p:cNvSpPr/>
            <p:nvPr/>
          </p:nvSpPr>
          <p:spPr>
            <a:xfrm rot="16200000">
              <a:off x="47196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1" name="object 137"/>
            <p:cNvSpPr/>
            <p:nvPr/>
          </p:nvSpPr>
          <p:spPr>
            <a:xfrm rot="16200000">
              <a:off x="47196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2" name="object 138"/>
            <p:cNvSpPr/>
            <p:nvPr/>
          </p:nvSpPr>
          <p:spPr>
            <a:xfrm rot="16200000">
              <a:off x="469800" y="5079960"/>
              <a:ext cx="18000" cy="1440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18414" h="1397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871"/>
                  </a:lnTo>
                  <a:lnTo>
                    <a:pt x="18375" y="27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3" name="object 139"/>
            <p:cNvSpPr/>
            <p:nvPr/>
          </p:nvSpPr>
          <p:spPr>
            <a:xfrm rot="16200000">
              <a:off x="515880" y="5443560"/>
              <a:ext cx="18000" cy="684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6840"/>
                <a:gd name="textAreaBottom" fmla="*/ 7200 h 6840"/>
              </a:gdLst>
              <a:ahLst/>
              <a:cxnLst/>
              <a:rect l="textAreaLeft" t="textAreaTop" r="textAreaRight" b="textAreaBottom"/>
              <a:pathLst>
                <a:path w="18414" h="6984">
                  <a:moveTo>
                    <a:pt x="13402" y="0"/>
                  </a:moveTo>
                  <a:lnTo>
                    <a:pt x="2264" y="0"/>
                  </a:lnTo>
                  <a:lnTo>
                    <a:pt x="0" y="2257"/>
                  </a:lnTo>
                  <a:lnTo>
                    <a:pt x="17923" y="6866"/>
                  </a:lnTo>
                  <a:lnTo>
                    <a:pt x="17923" y="4508"/>
                  </a:lnTo>
                  <a:lnTo>
                    <a:pt x="13402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4" name="object 140"/>
            <p:cNvSpPr/>
            <p:nvPr/>
          </p:nvSpPr>
          <p:spPr>
            <a:xfrm rot="16200000">
              <a:off x="520920" y="5387760"/>
              <a:ext cx="19800" cy="183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4388"/>
                  </a:lnTo>
                  <a:lnTo>
                    <a:pt x="18606" y="17228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5" name="object 141"/>
            <p:cNvSpPr/>
            <p:nvPr/>
          </p:nvSpPr>
          <p:spPr>
            <a:xfrm rot="16200000">
              <a:off x="52200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6" name="object 142"/>
            <p:cNvSpPr/>
            <p:nvPr/>
          </p:nvSpPr>
          <p:spPr>
            <a:xfrm rot="16200000">
              <a:off x="52200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7" name="object 143"/>
            <p:cNvSpPr/>
            <p:nvPr/>
          </p:nvSpPr>
          <p:spPr>
            <a:xfrm rot="16200000">
              <a:off x="520920" y="5232600"/>
              <a:ext cx="19800" cy="183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574" y="17228"/>
                  </a:lnTo>
                  <a:lnTo>
                    <a:pt x="20180" y="1438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8" name="object 144"/>
            <p:cNvSpPr/>
            <p:nvPr/>
          </p:nvSpPr>
          <p:spPr>
            <a:xfrm rot="16200000">
              <a:off x="515880" y="5187240"/>
              <a:ext cx="18000" cy="684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6840"/>
                <a:gd name="textAreaBottom" fmla="*/ 7200 h 6840"/>
              </a:gdLst>
              <a:ahLst/>
              <a:cxnLst/>
              <a:rect l="textAreaLeft" t="textAreaTop" r="textAreaRight" b="textAreaBottom"/>
              <a:pathLst>
                <a:path w="18414" h="6984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6866"/>
                  </a:lnTo>
                  <a:lnTo>
                    <a:pt x="17923" y="225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</p:grpSp>
      <p:sp>
        <p:nvSpPr>
          <p:cNvPr id="309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lt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1B4FCAF-5A70-235A-3402-15B40340B63F}"/>
              </a:ext>
            </a:extLst>
          </p:cNvPr>
          <p:cNvSpPr/>
          <p:nvPr/>
        </p:nvSpPr>
        <p:spPr>
          <a:xfrm>
            <a:off x="2801112" y="1641513"/>
            <a:ext cx="1630680" cy="63093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Model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D3963-7C47-BEAD-424A-3F2E261B2320}"/>
              </a:ext>
            </a:extLst>
          </p:cNvPr>
          <p:cNvSpPr/>
          <p:nvPr/>
        </p:nvSpPr>
        <p:spPr>
          <a:xfrm>
            <a:off x="2801112" y="2614764"/>
            <a:ext cx="1630680" cy="63093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Modules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D8FFA72-C0E2-78EF-41D8-4B2F74B3ABBB}"/>
              </a:ext>
            </a:extLst>
          </p:cNvPr>
          <p:cNvSpPr/>
          <p:nvPr/>
        </p:nvSpPr>
        <p:spPr>
          <a:xfrm>
            <a:off x="2801112" y="3585654"/>
            <a:ext cx="1630680" cy="63093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Calibration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824BFD7-2A20-0E72-54B9-EE1226FB7DE7}"/>
              </a:ext>
            </a:extLst>
          </p:cNvPr>
          <p:cNvSpPr/>
          <p:nvPr/>
        </p:nvSpPr>
        <p:spPr>
          <a:xfrm>
            <a:off x="2801112" y="4558068"/>
            <a:ext cx="1630680" cy="63093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FA9CB45-CF11-A75F-C5EC-C5C27E002163}"/>
              </a:ext>
            </a:extLst>
          </p:cNvPr>
          <p:cNvSpPr/>
          <p:nvPr/>
        </p:nvSpPr>
        <p:spPr>
          <a:xfrm>
            <a:off x="941832" y="2968752"/>
            <a:ext cx="900000" cy="900000"/>
          </a:xfrm>
          <a:prstGeom prst="ellipse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Root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</a:rPr>
              <a:t>path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76EDB7C5-8662-0880-6470-A5435337556C}"/>
              </a:ext>
            </a:extLst>
          </p:cNvPr>
          <p:cNvCxnSpPr>
            <a:stCxn id="10" idx="0"/>
            <a:endCxn id="6" idx="1"/>
          </p:cNvCxnSpPr>
          <p:nvPr/>
        </p:nvCxnSpPr>
        <p:spPr>
          <a:xfrm rot="5400000" flipH="1" flipV="1">
            <a:off x="1590587" y="1758227"/>
            <a:ext cx="1011771" cy="1409280"/>
          </a:xfrm>
          <a:prstGeom prst="bentConnector2">
            <a:avLst/>
          </a:prstGeom>
          <a:ln>
            <a:solidFill>
              <a:schemeClr val="bg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507808C0-29B0-2C5B-8BBC-39597A96A24E}"/>
              </a:ext>
            </a:extLst>
          </p:cNvPr>
          <p:cNvCxnSpPr>
            <a:cxnSpLocks/>
            <a:stCxn id="10" idx="7"/>
            <a:endCxn id="7" idx="1"/>
          </p:cNvCxnSpPr>
          <p:nvPr/>
        </p:nvCxnSpPr>
        <p:spPr>
          <a:xfrm rot="5400000" flipH="1" flipV="1">
            <a:off x="2170410" y="2469852"/>
            <a:ext cx="170322" cy="1091082"/>
          </a:xfrm>
          <a:prstGeom prst="bentConnector2">
            <a:avLst/>
          </a:prstGeom>
          <a:ln>
            <a:solidFill>
              <a:schemeClr val="bg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C07D2EE-7DDB-D2A1-2DFC-659899AF34B4}"/>
              </a:ext>
            </a:extLst>
          </p:cNvPr>
          <p:cNvCxnSpPr>
            <a:cxnSpLocks/>
            <a:stCxn id="10" idx="5"/>
            <a:endCxn id="8" idx="1"/>
          </p:cNvCxnSpPr>
          <p:nvPr/>
        </p:nvCxnSpPr>
        <p:spPr>
          <a:xfrm rot="16200000" flipH="1">
            <a:off x="2173485" y="3273495"/>
            <a:ext cx="164172" cy="1091082"/>
          </a:xfrm>
          <a:prstGeom prst="bentConnector2">
            <a:avLst/>
          </a:prstGeom>
          <a:ln>
            <a:solidFill>
              <a:schemeClr val="bg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ADBC15C5-1B76-B923-F6F7-C617D8C71C73}"/>
              </a:ext>
            </a:extLst>
          </p:cNvPr>
          <p:cNvCxnSpPr>
            <a:cxnSpLocks/>
            <a:stCxn id="10" idx="4"/>
            <a:endCxn id="9" idx="1"/>
          </p:cNvCxnSpPr>
          <p:nvPr/>
        </p:nvCxnSpPr>
        <p:spPr>
          <a:xfrm rot="16200000" flipH="1">
            <a:off x="1594080" y="3666504"/>
            <a:ext cx="1004784" cy="1409280"/>
          </a:xfrm>
          <a:prstGeom prst="bentConnector2">
            <a:avLst/>
          </a:prstGeom>
          <a:ln>
            <a:solidFill>
              <a:schemeClr val="bg1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4F8EC7D-CCB9-2AD9-59C9-ED3AF8BD4E66}"/>
              </a:ext>
            </a:extLst>
          </p:cNvPr>
          <p:cNvSpPr/>
          <p:nvPr/>
        </p:nvSpPr>
        <p:spPr>
          <a:xfrm>
            <a:off x="6760468" y="1641513"/>
            <a:ext cx="1630680" cy="63093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States equations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F598A59-F452-BFF0-B512-E518E12C5681}"/>
              </a:ext>
            </a:extLst>
          </p:cNvPr>
          <p:cNvSpPr/>
          <p:nvPr/>
        </p:nvSpPr>
        <p:spPr>
          <a:xfrm>
            <a:off x="8740146" y="1641513"/>
            <a:ext cx="1630680" cy="63093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Physics laws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C9169A2-8331-3195-725F-DA1C4BB4ABA1}"/>
              </a:ext>
            </a:extLst>
          </p:cNvPr>
          <p:cNvSpPr/>
          <p:nvPr/>
        </p:nvSpPr>
        <p:spPr>
          <a:xfrm>
            <a:off x="4780790" y="1641513"/>
            <a:ext cx="1630680" cy="63093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Class PEMFC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4B2B24A-EAE2-44B1-36F9-FE08D31DF68C}"/>
              </a:ext>
            </a:extLst>
          </p:cNvPr>
          <p:cNvSpPr/>
          <p:nvPr/>
        </p:nvSpPr>
        <p:spPr>
          <a:xfrm>
            <a:off x="4780790" y="2614764"/>
            <a:ext cx="1630680" cy="63093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Control command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A2C052C-54CF-2EB7-7D60-34A2981FC748}"/>
              </a:ext>
            </a:extLst>
          </p:cNvPr>
          <p:cNvSpPr/>
          <p:nvPr/>
        </p:nvSpPr>
        <p:spPr>
          <a:xfrm>
            <a:off x="6760468" y="2614764"/>
            <a:ext cx="1630680" cy="63093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Display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5EE81565-D25B-D1AA-ECDD-FB040126134D}"/>
              </a:ext>
            </a:extLst>
          </p:cNvPr>
          <p:cNvSpPr/>
          <p:nvPr/>
        </p:nvSpPr>
        <p:spPr>
          <a:xfrm>
            <a:off x="4780790" y="3584550"/>
            <a:ext cx="1630680" cy="63093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Micro-scale calibration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B34456C-248C-937F-3A43-466484B6504E}"/>
              </a:ext>
            </a:extLst>
          </p:cNvPr>
          <p:cNvSpPr/>
          <p:nvPr/>
        </p:nvSpPr>
        <p:spPr>
          <a:xfrm>
            <a:off x="8740146" y="2614764"/>
            <a:ext cx="1630680" cy="63093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8F157D1-6C6E-CE0D-0EE7-915BF1B7BBF9}"/>
              </a:ext>
            </a:extLst>
          </p:cNvPr>
          <p:cNvSpPr/>
          <p:nvPr/>
        </p:nvSpPr>
        <p:spPr>
          <a:xfrm>
            <a:off x="6760468" y="3584550"/>
            <a:ext cx="1630680" cy="63093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Macro-scale</a:t>
            </a:r>
          </a:p>
          <a:p>
            <a:pPr algn="ctr"/>
            <a:r>
              <a:rPr lang="en-US" sz="1400" dirty="0">
                <a:solidFill>
                  <a:schemeClr val="bg1"/>
                </a:solidFill>
              </a:rPr>
              <a:t>calibration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1C0E377A-FD69-CDB8-8627-DF704234FD27}"/>
              </a:ext>
            </a:extLst>
          </p:cNvPr>
          <p:cNvSpPr/>
          <p:nvPr/>
        </p:nvSpPr>
        <p:spPr>
          <a:xfrm>
            <a:off x="4780790" y="4558380"/>
            <a:ext cx="1630680" cy="63093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Experiment data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1FE0B89-A709-01BD-5598-5EB0E8CEC10D}"/>
              </a:ext>
            </a:extLst>
          </p:cNvPr>
          <p:cNvSpPr/>
          <p:nvPr/>
        </p:nvSpPr>
        <p:spPr>
          <a:xfrm>
            <a:off x="6760468" y="4554336"/>
            <a:ext cx="1630680" cy="63093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Literature data</a:t>
            </a:r>
          </a:p>
        </p:txBody>
      </p:sp>
    </p:spTree>
    <p:extLst>
      <p:ext uri="{BB962C8B-B14F-4D97-AF65-F5344CB8AC3E}">
        <p14:creationId xmlns:p14="http://schemas.microsoft.com/office/powerpoint/2010/main" val="2587050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1885889"/>
      </p:ext>
    </p:extLst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Personnalisé 2">
      <a:dk1>
        <a:srgbClr val="000000"/>
      </a:dk1>
      <a:lt1>
        <a:srgbClr val="FFFFFF"/>
      </a:lt1>
      <a:dk2>
        <a:srgbClr val="00ABA2"/>
      </a:dk2>
      <a:lt2>
        <a:srgbClr val="D8D8D8"/>
      </a:lt2>
      <a:accent1>
        <a:srgbClr val="00ABA2"/>
      </a:accent1>
      <a:accent2>
        <a:srgbClr val="F4D73F"/>
      </a:accent2>
      <a:accent3>
        <a:srgbClr val="ED5D42"/>
      </a:accent3>
      <a:accent4>
        <a:srgbClr val="712180"/>
      </a:accent4>
      <a:accent5>
        <a:srgbClr val="8EAADB"/>
      </a:accent5>
      <a:accent6>
        <a:srgbClr val="A0C145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</a:majorFont>
      <a:minorFont>
        <a:latin typeface="Arial" panose="020B06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FEMTO-ST_Template-2022-public-16-9_v2_dec2023(1)</Template>
  <TotalTime>25</TotalTime>
  <Words>24</Words>
  <Application>Microsoft Office PowerPoint</Application>
  <PresentationFormat>Widescreen</PresentationFormat>
  <Paragraphs>17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1_Thème Office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Sandrine QUARROZ</dc:creator>
  <dc:description/>
  <cp:lastModifiedBy>He QiAn</cp:lastModifiedBy>
  <cp:revision>6</cp:revision>
  <dcterms:created xsi:type="dcterms:W3CDTF">2025-01-30T09:26:16Z</dcterms:created>
  <dcterms:modified xsi:type="dcterms:W3CDTF">2026-04-28T15:06:00Z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0x010100311E96338D5CC0459B028C481A9F05FF</vt:lpwstr>
  </property>
  <property fmtid="{D5CDD505-2E9C-101B-9397-08002B2CF9AE}" pid="3" name="PresentationFormat">
    <vt:lpwstr>Grand écran</vt:lpwstr>
  </property>
  <property fmtid="{D5CDD505-2E9C-101B-9397-08002B2CF9AE}" pid="4" name="Slides">
    <vt:r8>6</vt:r8>
  </property>
</Properties>
</file>