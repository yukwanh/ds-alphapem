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sldIdLst>
    <p:sldId id="262" r:id="rId2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9331"/>
    <a:srgbClr val="0106C7"/>
    <a:srgbClr val="941885"/>
    <a:srgbClr val="743DBD"/>
    <a:srgbClr val="29BD2D"/>
    <a:srgbClr val="C00000"/>
    <a:srgbClr val="0107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455" autoAdjust="0"/>
  </p:normalViewPr>
  <p:slideViewPr>
    <p:cSldViewPr snapToGrid="0">
      <p:cViewPr>
        <p:scale>
          <a:sx n="150" d="100"/>
          <a:sy n="150" d="100"/>
        </p:scale>
        <p:origin x="660" y="1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w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w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0_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ftr" idx="1"/>
          </p:nvPr>
        </p:nvSpPr>
        <p:spPr>
          <a:xfrm>
            <a:off x="5039280" y="4453920"/>
            <a:ext cx="599076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sldNum" idx="2"/>
          </p:nvPr>
        </p:nvSpPr>
        <p:spPr>
          <a:xfrm>
            <a:off x="11391480" y="6306120"/>
            <a:ext cx="50040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9DDBB0-DBD7-4DD3-9EC9-9688254BC873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42" name="Straight Connector 30"/>
          <p:cNvCxnSpPr/>
          <p:nvPr/>
        </p:nvCxnSpPr>
        <p:spPr>
          <a:xfrm>
            <a:off x="556560" y="6190560"/>
            <a:ext cx="1131912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43" name="Freeform: Shape 18"/>
          <p:cNvSpPr/>
          <p:nvPr/>
        </p:nvSpPr>
        <p:spPr>
          <a:xfrm rot="5400000">
            <a:off x="307080" y="5657400"/>
            <a:ext cx="408600" cy="422280"/>
          </a:xfrm>
          <a:custGeom>
            <a:avLst/>
            <a:gdLst>
              <a:gd name="textAreaLeft" fmla="*/ 0 w 408600"/>
              <a:gd name="textAreaRight" fmla="*/ 408960 w 408600"/>
              <a:gd name="textAreaTop" fmla="*/ 0 h 422280"/>
              <a:gd name="textAreaBottom" fmla="*/ 422640 h 42228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rgbClr val="00AB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pic>
        <p:nvPicPr>
          <p:cNvPr id="144" name="Image 2"/>
          <p:cNvPicPr/>
          <p:nvPr/>
        </p:nvPicPr>
        <p:blipFill>
          <a:blip r:embed="rId2"/>
          <a:stretch/>
        </p:blipFill>
        <p:spPr>
          <a:xfrm>
            <a:off x="10054800" y="8280"/>
            <a:ext cx="2147760" cy="211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5" name="PlaceHolder 3"/>
          <p:cNvSpPr>
            <a:spLocks noGrp="1"/>
          </p:cNvSpPr>
          <p:nvPr>
            <p:ph type="body"/>
          </p:nvPr>
        </p:nvSpPr>
        <p:spPr>
          <a:xfrm>
            <a:off x="642960" y="95004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sp>
        <p:nvSpPr>
          <p:cNvPr id="146" name="PlaceHolder 4"/>
          <p:cNvSpPr>
            <a:spLocks noGrp="1"/>
          </p:cNvSpPr>
          <p:nvPr>
            <p:ph type="body"/>
          </p:nvPr>
        </p:nvSpPr>
        <p:spPr>
          <a:xfrm>
            <a:off x="642960" y="-326592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80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800" b="0" strike="noStrike" spc="-1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47" name="Image 1"/>
          <p:cNvPicPr/>
          <p:nvPr/>
        </p:nvPicPr>
        <p:blipFill>
          <a:blip r:embed="rId3"/>
          <a:stretch/>
        </p:blipFill>
        <p:spPr>
          <a:xfrm>
            <a:off x="556560" y="630612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Introduction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body"/>
          </p:nvPr>
        </p:nvSpPr>
        <p:spPr>
          <a:xfrm>
            <a:off x="1564560" y="-1537200"/>
            <a:ext cx="391752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80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 type="body"/>
          </p:nvPr>
        </p:nvSpPr>
        <p:spPr>
          <a:xfrm>
            <a:off x="1564560" y="2637360"/>
            <a:ext cx="391752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ts val="1134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300" b="0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3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 type="body"/>
          </p:nvPr>
        </p:nvSpPr>
        <p:spPr>
          <a:xfrm>
            <a:off x="8075880" y="287280"/>
            <a:ext cx="3816000" cy="5559120"/>
          </a:xfrm>
          <a:prstGeom prst="rect">
            <a:avLst/>
          </a:prstGeom>
          <a:solidFill>
            <a:schemeClr val="lt1">
              <a:lumMod val="95000"/>
            </a:schemeClr>
          </a:solidFill>
          <a:ln w="0">
            <a:noFill/>
          </a:ln>
        </p:spPr>
        <p:txBody>
          <a:bodyPr lIns="90000" tIns="45000" rIns="90000" bIns="45000" anchor="ctr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080" b="0" strike="noStrike" spc="-1">
                <a:solidFill>
                  <a:schemeClr val="dk1"/>
                </a:solidFill>
                <a:latin typeface="Arial"/>
              </a:rPr>
              <a:t>Cliquez sur l'icône pour ajouter une image</a:t>
            </a:r>
          </a:p>
        </p:txBody>
      </p:sp>
      <p:sp>
        <p:nvSpPr>
          <p:cNvPr id="152" name="Freeform: Shape 18"/>
          <p:cNvSpPr/>
          <p:nvPr/>
        </p:nvSpPr>
        <p:spPr>
          <a:xfrm>
            <a:off x="6122160" y="310320"/>
            <a:ext cx="427680" cy="408600"/>
          </a:xfrm>
          <a:custGeom>
            <a:avLst/>
            <a:gdLst>
              <a:gd name="textAreaLeft" fmla="*/ 0 w 427680"/>
              <a:gd name="textAreaRight" fmla="*/ 428040 w 427680"/>
              <a:gd name="textAreaTop" fmla="*/ 0 h 408600"/>
              <a:gd name="textAreaBottom" fmla="*/ 408960 h 40860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 type="ftr" idx="3"/>
          </p:nvPr>
        </p:nvSpPr>
        <p:spPr>
          <a:xfrm>
            <a:off x="4964040" y="4453920"/>
            <a:ext cx="60656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54" name="Straight Connector 25"/>
          <p:cNvCxnSpPr/>
          <p:nvPr/>
        </p:nvCxnSpPr>
        <p:spPr>
          <a:xfrm>
            <a:off x="592560" y="6190560"/>
            <a:ext cx="1128312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55" name="PlaceHolder 5"/>
          <p:cNvSpPr>
            <a:spLocks noGrp="1"/>
          </p:cNvSpPr>
          <p:nvPr>
            <p:ph type="body"/>
          </p:nvPr>
        </p:nvSpPr>
        <p:spPr>
          <a:xfrm>
            <a:off x="1564560" y="3227040"/>
            <a:ext cx="391752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sp>
        <p:nvSpPr>
          <p:cNvPr id="156" name="PlaceHolder 6"/>
          <p:cNvSpPr>
            <a:spLocks noGrp="1"/>
          </p:cNvSpPr>
          <p:nvPr>
            <p:ph type="sldNum" idx="4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2559424-F05A-4D22-A4D0-C61EF4AAB53D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57" name="Image 1"/>
          <p:cNvPicPr/>
          <p:nvPr/>
        </p:nvPicPr>
        <p:blipFill>
          <a:blip r:embed="rId2"/>
          <a:stretch/>
        </p:blipFill>
        <p:spPr>
          <a:xfrm>
            <a:off x="592560" y="630612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Freeform: Shape 18"/>
          <p:cNvSpPr/>
          <p:nvPr/>
        </p:nvSpPr>
        <p:spPr>
          <a:xfrm rot="16200000">
            <a:off x="9511200" y="-253080"/>
            <a:ext cx="468720" cy="977040"/>
          </a:xfrm>
          <a:custGeom>
            <a:avLst/>
            <a:gdLst>
              <a:gd name="textAreaLeft" fmla="*/ 0 w 468720"/>
              <a:gd name="textAreaRight" fmla="*/ 469080 w 468720"/>
              <a:gd name="textAreaTop" fmla="*/ 0 h 977040"/>
              <a:gd name="textAreaBottom" fmla="*/ 977400 h 977040"/>
            </a:gdLst>
            <a:ahLst/>
            <a:cxnLst/>
            <a:rect l="textAreaLeft" t="textAreaTop" r="textAreaRight" b="textAreaBottom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FR" sz="330" b="0" strike="noStrike" spc="-1">
                <a:solidFill>
                  <a:schemeClr val="lt1"/>
                </a:solidFill>
                <a:latin typeface="Arial"/>
              </a:rPr>
              <a:t>  </a:t>
            </a:r>
            <a:endParaRPr lang="fr-FR" sz="33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 type="ftr" idx="5"/>
          </p:nvPr>
        </p:nvSpPr>
        <p:spPr>
          <a:xfrm>
            <a:off x="4964040" y="4453920"/>
            <a:ext cx="60656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61" name="Straight Connector 30"/>
          <p:cNvCxnSpPr/>
          <p:nvPr/>
        </p:nvCxnSpPr>
        <p:spPr>
          <a:xfrm>
            <a:off x="642600" y="6190560"/>
            <a:ext cx="1123308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62" name="object 9"/>
          <p:cNvSpPr/>
          <p:nvPr/>
        </p:nvSpPr>
        <p:spPr>
          <a:xfrm>
            <a:off x="0" y="159480"/>
            <a:ext cx="496080" cy="946800"/>
          </a:xfrm>
          <a:custGeom>
            <a:avLst/>
            <a:gdLst>
              <a:gd name="textAreaLeft" fmla="*/ 0 w 496080"/>
              <a:gd name="textAreaRight" fmla="*/ 496440 w 496080"/>
              <a:gd name="textAreaTop" fmla="*/ 0 h 946800"/>
              <a:gd name="textAreaBottom" fmla="*/ 947160 h 946800"/>
            </a:gdLst>
            <a:ahLst/>
            <a:cxnLst/>
            <a:rect l="textAreaLeft" t="textAreaTop" r="textAreaRight" b="textAreaBottom"/>
            <a:pathLst>
              <a:path w="466725" h="932814">
                <a:moveTo>
                  <a:pt x="0" y="0"/>
                </a:moveTo>
                <a:lnTo>
                  <a:pt x="0" y="225590"/>
                </a:lnTo>
                <a:lnTo>
                  <a:pt x="48488" y="230477"/>
                </a:lnTo>
                <a:lnTo>
                  <a:pt x="93648" y="244495"/>
                </a:lnTo>
                <a:lnTo>
                  <a:pt x="134514" y="266675"/>
                </a:lnTo>
                <a:lnTo>
                  <a:pt x="170118" y="296051"/>
                </a:lnTo>
                <a:lnTo>
                  <a:pt x="199493" y="331654"/>
                </a:lnTo>
                <a:lnTo>
                  <a:pt x="221672" y="372517"/>
                </a:lnTo>
                <a:lnTo>
                  <a:pt x="235689" y="417672"/>
                </a:lnTo>
                <a:lnTo>
                  <a:pt x="240576" y="466153"/>
                </a:lnTo>
                <a:lnTo>
                  <a:pt x="235689" y="514642"/>
                </a:lnTo>
                <a:lnTo>
                  <a:pt x="221672" y="559804"/>
                </a:lnTo>
                <a:lnTo>
                  <a:pt x="199493" y="600671"/>
                </a:lnTo>
                <a:lnTo>
                  <a:pt x="170118" y="636277"/>
                </a:lnTo>
                <a:lnTo>
                  <a:pt x="134514" y="665655"/>
                </a:lnTo>
                <a:lnTo>
                  <a:pt x="93648" y="687836"/>
                </a:lnTo>
                <a:lnTo>
                  <a:pt x="48488" y="701854"/>
                </a:lnTo>
                <a:lnTo>
                  <a:pt x="0" y="706742"/>
                </a:lnTo>
                <a:lnTo>
                  <a:pt x="0" y="932332"/>
                </a:lnTo>
                <a:lnTo>
                  <a:pt x="47662" y="929925"/>
                </a:lnTo>
                <a:lnTo>
                  <a:pt x="93948" y="922861"/>
                </a:lnTo>
                <a:lnTo>
                  <a:pt x="138622" y="911375"/>
                </a:lnTo>
                <a:lnTo>
                  <a:pt x="181452" y="895700"/>
                </a:lnTo>
                <a:lnTo>
                  <a:pt x="222201" y="876070"/>
                </a:lnTo>
                <a:lnTo>
                  <a:pt x="260637" y="852720"/>
                </a:lnTo>
                <a:lnTo>
                  <a:pt x="296524" y="825885"/>
                </a:lnTo>
                <a:lnTo>
                  <a:pt x="329628" y="795797"/>
                </a:lnTo>
                <a:lnTo>
                  <a:pt x="359715" y="762693"/>
                </a:lnTo>
                <a:lnTo>
                  <a:pt x="386551" y="726805"/>
                </a:lnTo>
                <a:lnTo>
                  <a:pt x="409902" y="688369"/>
                </a:lnTo>
                <a:lnTo>
                  <a:pt x="429532" y="647618"/>
                </a:lnTo>
                <a:lnTo>
                  <a:pt x="445208" y="604786"/>
                </a:lnTo>
                <a:lnTo>
                  <a:pt x="456695" y="560109"/>
                </a:lnTo>
                <a:lnTo>
                  <a:pt x="463759" y="513820"/>
                </a:lnTo>
                <a:lnTo>
                  <a:pt x="466166" y="466153"/>
                </a:lnTo>
                <a:lnTo>
                  <a:pt x="463759" y="418493"/>
                </a:lnTo>
                <a:lnTo>
                  <a:pt x="456695" y="372209"/>
                </a:lnTo>
                <a:lnTo>
                  <a:pt x="445208" y="327536"/>
                </a:lnTo>
                <a:lnTo>
                  <a:pt x="429532" y="284708"/>
                </a:lnTo>
                <a:lnTo>
                  <a:pt x="409902" y="243960"/>
                </a:lnTo>
                <a:lnTo>
                  <a:pt x="386551" y="205526"/>
                </a:lnTo>
                <a:lnTo>
                  <a:pt x="359715" y="169639"/>
                </a:lnTo>
                <a:lnTo>
                  <a:pt x="329628" y="136536"/>
                </a:lnTo>
                <a:lnTo>
                  <a:pt x="296524" y="106449"/>
                </a:lnTo>
                <a:lnTo>
                  <a:pt x="260637" y="79613"/>
                </a:lnTo>
                <a:lnTo>
                  <a:pt x="222201" y="56263"/>
                </a:lnTo>
                <a:lnTo>
                  <a:pt x="181452" y="36633"/>
                </a:lnTo>
                <a:lnTo>
                  <a:pt x="138622" y="20958"/>
                </a:lnTo>
                <a:lnTo>
                  <a:pt x="93948" y="9470"/>
                </a:lnTo>
                <a:lnTo>
                  <a:pt x="47662" y="240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100000"/>
              </a:lnSpc>
            </a:pPr>
            <a:endParaRPr lang="fr-FR" sz="33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63" name="Freeform: Shape 18"/>
          <p:cNvSpPr/>
          <p:nvPr/>
        </p:nvSpPr>
        <p:spPr>
          <a:xfrm>
            <a:off x="11464200" y="5520240"/>
            <a:ext cx="427680" cy="408600"/>
          </a:xfrm>
          <a:custGeom>
            <a:avLst/>
            <a:gdLst>
              <a:gd name="textAreaLeft" fmla="*/ 0 w 427680"/>
              <a:gd name="textAreaRight" fmla="*/ 428040 w 427680"/>
              <a:gd name="textAreaTop" fmla="*/ 0 h 408600"/>
              <a:gd name="textAreaBottom" fmla="*/ 408960 h 40860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sldNum" idx="6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DB4206F-7B01-4CF9-A412-3602AB0691AA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body"/>
          </p:nvPr>
        </p:nvSpPr>
        <p:spPr>
          <a:xfrm>
            <a:off x="642960" y="95004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sp>
        <p:nvSpPr>
          <p:cNvPr id="166" name="PlaceHolder 4"/>
          <p:cNvSpPr>
            <a:spLocks noGrp="1"/>
          </p:cNvSpPr>
          <p:nvPr>
            <p:ph type="body"/>
          </p:nvPr>
        </p:nvSpPr>
        <p:spPr>
          <a:xfrm>
            <a:off x="642960" y="-326592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42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420" b="0" strike="noStrike" spc="-1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67" name="Image 1"/>
          <p:cNvPicPr/>
          <p:nvPr/>
        </p:nvPicPr>
        <p:blipFill>
          <a:blip r:embed="rId2"/>
          <a:stretch/>
        </p:blipFill>
        <p:spPr>
          <a:xfrm>
            <a:off x="558360" y="633312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Contenu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ftr" idx="7"/>
          </p:nvPr>
        </p:nvSpPr>
        <p:spPr>
          <a:xfrm>
            <a:off x="4964040" y="4453920"/>
            <a:ext cx="60656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000000"/>
              </a:solidFill>
              <a:latin typeface="Calibri"/>
            </a:endParaRPr>
          </a:p>
        </p:txBody>
      </p:sp>
      <p:cxnSp>
        <p:nvCxnSpPr>
          <p:cNvPr id="170" name="Straight Connector 30"/>
          <p:cNvCxnSpPr/>
          <p:nvPr/>
        </p:nvCxnSpPr>
        <p:spPr>
          <a:xfrm>
            <a:off x="548280" y="6190560"/>
            <a:ext cx="11327400" cy="360"/>
          </a:xfrm>
          <a:prstGeom prst="straightConnector1">
            <a:avLst/>
          </a:prstGeom>
          <a:ln>
            <a:solidFill>
              <a:srgbClr val="00ABA1"/>
            </a:solidFill>
          </a:ln>
        </p:spPr>
      </p:cxnSp>
      <p:sp>
        <p:nvSpPr>
          <p:cNvPr id="171" name="PlaceHolder 2"/>
          <p:cNvSpPr>
            <a:spLocks noGrp="1"/>
          </p:cNvSpPr>
          <p:nvPr>
            <p:ph type="body"/>
          </p:nvPr>
        </p:nvSpPr>
        <p:spPr>
          <a:xfrm>
            <a:off x="642960" y="95004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dk1"/>
                </a:solidFill>
                <a:latin typeface="Arial"/>
              </a:rPr>
              <a:t>Deuxième niveau</a:t>
            </a:r>
          </a:p>
        </p:txBody>
      </p:sp>
      <p:pic>
        <p:nvPicPr>
          <p:cNvPr id="172" name="Image 2"/>
          <p:cNvPicPr/>
          <p:nvPr/>
        </p:nvPicPr>
        <p:blipFill>
          <a:blip r:embed="rId2"/>
          <a:stretch/>
        </p:blipFill>
        <p:spPr>
          <a:xfrm flipH="1">
            <a:off x="8563680" y="2341440"/>
            <a:ext cx="3960000" cy="384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3" name="PlaceHolder 3"/>
          <p:cNvSpPr>
            <a:spLocks noGrp="1"/>
          </p:cNvSpPr>
          <p:nvPr>
            <p:ph type="body"/>
          </p:nvPr>
        </p:nvSpPr>
        <p:spPr>
          <a:xfrm>
            <a:off x="642960" y="-3265920"/>
            <a:ext cx="888948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420" b="1" strike="noStrike" cap="all" spc="-1">
                <a:solidFill>
                  <a:schemeClr val="dk2"/>
                </a:solidFill>
                <a:latin typeface="Arial"/>
              </a:rPr>
              <a:t>Cliquez pour modifier les styles du texte du masque</a:t>
            </a:r>
            <a:endParaRPr lang="fr-FR" sz="142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 type="sldNum" idx="8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7CCA6E-AF89-4A27-94C1-8ACF0B1B53F7}" type="slidenum">
              <a:rPr lang="en-US" sz="900" b="1" strike="noStrike" spc="-1">
                <a:solidFill>
                  <a:schemeClr val="dk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175" name="Image 1"/>
          <p:cNvPicPr/>
          <p:nvPr/>
        </p:nvPicPr>
        <p:blipFill>
          <a:blip r:embed="rId3"/>
          <a:stretch/>
        </p:blipFill>
        <p:spPr>
          <a:xfrm>
            <a:off x="548280" y="6314400"/>
            <a:ext cx="897120" cy="34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dk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6_Conten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Freeform: Shape 18"/>
          <p:cNvSpPr/>
          <p:nvPr/>
        </p:nvSpPr>
        <p:spPr>
          <a:xfrm rot="16200000">
            <a:off x="9511200" y="-253080"/>
            <a:ext cx="468720" cy="976680"/>
          </a:xfrm>
          <a:custGeom>
            <a:avLst/>
            <a:gdLst>
              <a:gd name="textAreaLeft" fmla="*/ 0 w 468720"/>
              <a:gd name="textAreaRight" fmla="*/ 469080 w 468720"/>
              <a:gd name="textAreaTop" fmla="*/ 0 h 976680"/>
              <a:gd name="textAreaBottom" fmla="*/ 977040 h 976680"/>
            </a:gdLst>
            <a:ahLst/>
            <a:cxnLst/>
            <a:rect l="textAreaLeft" t="textAreaTop" r="textAreaRight" b="textAreaBottom"/>
            <a:pathLst>
              <a:path w="1955353" h="3888324">
                <a:moveTo>
                  <a:pt x="1944161" y="0"/>
                </a:moveTo>
                <a:lnTo>
                  <a:pt x="1955353" y="565"/>
                </a:lnTo>
                <a:lnTo>
                  <a:pt x="1955353" y="920897"/>
                </a:lnTo>
                <a:lnTo>
                  <a:pt x="1859379" y="925743"/>
                </a:lnTo>
                <a:cubicBezTo>
                  <a:pt x="1343171" y="978167"/>
                  <a:pt x="940343" y="1414122"/>
                  <a:pt x="940343" y="1944162"/>
                </a:cubicBezTo>
                <a:cubicBezTo>
                  <a:pt x="940343" y="2474202"/>
                  <a:pt x="1343171" y="2910157"/>
                  <a:pt x="1859379" y="2962581"/>
                </a:cubicBezTo>
                <a:lnTo>
                  <a:pt x="1955353" y="2967427"/>
                </a:lnTo>
                <a:lnTo>
                  <a:pt x="1955353" y="3887759"/>
                </a:lnTo>
                <a:lnTo>
                  <a:pt x="1944161" y="3888324"/>
                </a:lnTo>
                <a:cubicBezTo>
                  <a:pt x="870431" y="3888324"/>
                  <a:pt x="0" y="3017893"/>
                  <a:pt x="0" y="1944162"/>
                </a:cubicBezTo>
                <a:cubicBezTo>
                  <a:pt x="0" y="870431"/>
                  <a:pt x="870431" y="0"/>
                  <a:pt x="1944161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fr-FR" sz="330" b="0" strike="noStrike" spc="-1">
                <a:solidFill>
                  <a:schemeClr val="lt1"/>
                </a:solidFill>
                <a:latin typeface="Arial"/>
              </a:rPr>
              <a:t>  </a:t>
            </a:r>
            <a:endParaRPr lang="fr-FR" sz="330" b="0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8" name="PlaceHolder 1"/>
          <p:cNvSpPr>
            <a:spLocks noGrp="1"/>
          </p:cNvSpPr>
          <p:nvPr>
            <p:ph type="ftr" idx="9"/>
          </p:nvPr>
        </p:nvSpPr>
        <p:spPr>
          <a:xfrm>
            <a:off x="4965840" y="4453920"/>
            <a:ext cx="606384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fr-FR" sz="770" b="0" strike="noStrike" spc="-1">
                <a:solidFill>
                  <a:schemeClr val="lt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r>
              <a:rPr lang="fr-FR" sz="770" b="0" strike="noStrike" spc="-1">
                <a:solidFill>
                  <a:schemeClr val="lt1">
                    <a:tint val="75000"/>
                  </a:schemeClr>
                </a:solidFill>
                <a:latin typeface="Arial"/>
              </a:rPr>
              <a:t>&lt;pied de page&gt;</a:t>
            </a:r>
            <a:endParaRPr lang="fr-FR" sz="770" b="0" strike="noStrike" spc="-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sldNum" idx="10"/>
          </p:nvPr>
        </p:nvSpPr>
        <p:spPr>
          <a:xfrm>
            <a:off x="11385360" y="6306120"/>
            <a:ext cx="5065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900" b="1" strike="noStrike" spc="-1">
                <a:solidFill>
                  <a:schemeClr val="lt1">
                    <a:tint val="75000"/>
                  </a:schemeClr>
                </a:solidFill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28D4BE-5E4E-4479-A211-E9AE77EF53F1}" type="slidenum">
              <a:rPr lang="en-US" sz="900" b="1" strike="noStrike" spc="-1">
                <a:solidFill>
                  <a:schemeClr val="lt1">
                    <a:tint val="75000"/>
                  </a:schemeClr>
                </a:solidFill>
                <a:latin typeface="Arial"/>
              </a:rPr>
              <a:t>‹#›</a:t>
            </a:fld>
            <a:endParaRPr lang="fr-FR" sz="900" b="0" strike="noStrike" spc="-1">
              <a:solidFill>
                <a:srgbClr val="FFFFFF"/>
              </a:solidFill>
              <a:latin typeface="Calibri"/>
            </a:endParaRPr>
          </a:p>
        </p:txBody>
      </p:sp>
      <p:cxnSp>
        <p:nvCxnSpPr>
          <p:cNvPr id="180" name="Straight Connector 30"/>
          <p:cNvCxnSpPr/>
          <p:nvPr/>
        </p:nvCxnSpPr>
        <p:spPr>
          <a:xfrm>
            <a:off x="556560" y="6190560"/>
            <a:ext cx="11319120" cy="360"/>
          </a:xfrm>
          <a:prstGeom prst="straightConnector1">
            <a:avLst/>
          </a:prstGeom>
          <a:ln>
            <a:solidFill>
              <a:srgbClr val="FFFFFF"/>
            </a:solidFill>
          </a:ln>
        </p:spPr>
      </p:cxnSp>
      <p:sp>
        <p:nvSpPr>
          <p:cNvPr id="181" name="Freeform: Shape 18"/>
          <p:cNvSpPr/>
          <p:nvPr/>
        </p:nvSpPr>
        <p:spPr>
          <a:xfrm>
            <a:off x="11464200" y="5479920"/>
            <a:ext cx="427680" cy="408600"/>
          </a:xfrm>
          <a:custGeom>
            <a:avLst/>
            <a:gdLst>
              <a:gd name="textAreaLeft" fmla="*/ 0 w 427680"/>
              <a:gd name="textAreaRight" fmla="*/ 428040 w 427680"/>
              <a:gd name="textAreaTop" fmla="*/ 0 h 408600"/>
              <a:gd name="textAreaBottom" fmla="*/ 408960 h 408600"/>
            </a:gdLst>
            <a:ahLst/>
            <a:cxnLst/>
            <a:rect l="textAreaLeft" t="textAreaTop" r="textAreaRight" b="textAreaBottom"/>
            <a:pathLst>
              <a:path w="1703344" h="1703343">
                <a:moveTo>
                  <a:pt x="845436" y="0"/>
                </a:moveTo>
                <a:lnTo>
                  <a:pt x="1703344" y="0"/>
                </a:lnTo>
                <a:lnTo>
                  <a:pt x="1703344" y="861219"/>
                </a:lnTo>
                <a:lnTo>
                  <a:pt x="1703344" y="1703343"/>
                </a:lnTo>
                <a:lnTo>
                  <a:pt x="1703344" y="1703343"/>
                </a:lnTo>
                <a:lnTo>
                  <a:pt x="845436" y="1703343"/>
                </a:lnTo>
                <a:lnTo>
                  <a:pt x="845436" y="1703343"/>
                </a:lnTo>
                <a:lnTo>
                  <a:pt x="0" y="1703343"/>
                </a:lnTo>
                <a:lnTo>
                  <a:pt x="0" y="861219"/>
                </a:lnTo>
                <a:lnTo>
                  <a:pt x="845436" y="861219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330" b="0" strike="noStrike" spc="-1">
              <a:solidFill>
                <a:schemeClr val="lt1"/>
              </a:solidFill>
              <a:latin typeface="Arial"/>
            </a:endParaRPr>
          </a:p>
        </p:txBody>
      </p:sp>
      <p:pic>
        <p:nvPicPr>
          <p:cNvPr id="182" name="Image 11"/>
          <p:cNvPicPr/>
          <p:nvPr/>
        </p:nvPicPr>
        <p:blipFill>
          <a:blip r:embed="rId2"/>
          <a:srcRect b="-22878"/>
          <a:stretch/>
        </p:blipFill>
        <p:spPr>
          <a:xfrm>
            <a:off x="556560" y="6305760"/>
            <a:ext cx="939600" cy="426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3" name="Image 9"/>
          <p:cNvPicPr/>
          <p:nvPr/>
        </p:nvPicPr>
        <p:blipFill>
          <a:blip r:embed="rId3"/>
          <a:stretch/>
        </p:blipFill>
        <p:spPr>
          <a:xfrm rot="5400000">
            <a:off x="9050400" y="3048840"/>
            <a:ext cx="3249720" cy="303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4" name="PlaceHolder 3"/>
          <p:cNvSpPr>
            <a:spLocks noGrp="1"/>
          </p:cNvSpPr>
          <p:nvPr>
            <p:ph type="body"/>
          </p:nvPr>
        </p:nvSpPr>
        <p:spPr>
          <a:xfrm>
            <a:off x="670320" y="-3297960"/>
            <a:ext cx="888696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685800">
              <a:lnSpc>
                <a:spcPts val="1675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800" b="1" strike="noStrike" cap="all" spc="-1">
                <a:solidFill>
                  <a:schemeClr val="lt1"/>
                </a:solidFill>
                <a:latin typeface="Arial"/>
              </a:rPr>
              <a:t>Cliquez pour modifier les styles du texte du masque</a:t>
            </a:r>
            <a:endParaRPr lang="fr-FR" sz="1800" b="0" strike="noStrike" spc="-1">
              <a:solidFill>
                <a:schemeClr val="lt1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 type="body"/>
          </p:nvPr>
        </p:nvSpPr>
        <p:spPr>
          <a:xfrm>
            <a:off x="670320" y="1200600"/>
            <a:ext cx="8886960" cy="4069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pos="0" algn="l"/>
              </a:tabLst>
            </a:pPr>
            <a:r>
              <a:rPr lang="fr-FR" sz="1000" b="0" strike="noStrike" spc="-1">
                <a:solidFill>
                  <a:schemeClr val="lt1"/>
                </a:solidFill>
                <a:latin typeface="Arial"/>
              </a:rPr>
              <a:t>Cliquez pour modifier les styles du texte du masque</a:t>
            </a:r>
          </a:p>
          <a:p>
            <a:pPr lvl="1" indent="-108000" defTabSz="685800">
              <a:lnSpc>
                <a:spcPct val="90000"/>
              </a:lnSpc>
              <a:spcBef>
                <a:spcPts val="374"/>
              </a:spcBef>
              <a:buClr>
                <a:srgbClr val="FFFFFF"/>
              </a:buClr>
              <a:buFont typeface="Arial"/>
              <a:buChar char="•"/>
              <a:tabLst>
                <a:tab pos="0" algn="l"/>
              </a:tabLst>
            </a:pPr>
            <a:r>
              <a:rPr lang="fr-FR" sz="1000" b="0" strike="noStrike" spc="-1">
                <a:solidFill>
                  <a:schemeClr val="lt1"/>
                </a:solidFill>
                <a:latin typeface="Arial"/>
              </a:rPr>
              <a:t>Deuxième niveau</a:t>
            </a:r>
          </a:p>
        </p:txBody>
      </p:sp>
      <p:grpSp>
        <p:nvGrpSpPr>
          <p:cNvPr id="186" name="Groupe 156"/>
          <p:cNvGrpSpPr/>
          <p:nvPr/>
        </p:nvGrpSpPr>
        <p:grpSpPr>
          <a:xfrm>
            <a:off x="21240" y="4869720"/>
            <a:ext cx="521280" cy="899280"/>
            <a:chOff x="21240" y="4869720"/>
            <a:chExt cx="521280" cy="899280"/>
          </a:xfrm>
        </p:grpSpPr>
        <p:sp>
          <p:nvSpPr>
            <p:cNvPr id="187" name="object 23"/>
            <p:cNvSpPr/>
            <p:nvPr/>
          </p:nvSpPr>
          <p:spPr>
            <a:xfrm rot="16200000">
              <a:off x="2160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88" name="object 24"/>
            <p:cNvSpPr/>
            <p:nvPr/>
          </p:nvSpPr>
          <p:spPr>
            <a:xfrm rot="16200000">
              <a:off x="2160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89" name="object 25"/>
            <p:cNvSpPr/>
            <p:nvPr/>
          </p:nvSpPr>
          <p:spPr>
            <a:xfrm rot="16200000">
              <a:off x="2160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0" name="object 26"/>
            <p:cNvSpPr/>
            <p:nvPr/>
          </p:nvSpPr>
          <p:spPr>
            <a:xfrm rot="16200000">
              <a:off x="2160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1" name="object 27"/>
            <p:cNvSpPr/>
            <p:nvPr/>
          </p:nvSpPr>
          <p:spPr>
            <a:xfrm rot="16200000">
              <a:off x="28080" y="5548680"/>
              <a:ext cx="6120" cy="2016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6350" h="19684">
                  <a:moveTo>
                    <a:pt x="574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3639" y="19288"/>
                  </a:lnTo>
                  <a:lnTo>
                    <a:pt x="3963" y="14412"/>
                  </a:lnTo>
                  <a:lnTo>
                    <a:pt x="5143" y="3810"/>
                  </a:lnTo>
                  <a:lnTo>
                    <a:pt x="574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2" name="object 28"/>
            <p:cNvSpPr/>
            <p:nvPr/>
          </p:nvSpPr>
          <p:spPr>
            <a:xfrm rot="16200000">
              <a:off x="28080" y="5068440"/>
              <a:ext cx="6120" cy="2016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6350" h="19684">
                  <a:moveTo>
                    <a:pt x="1207" y="0"/>
                  </a:moveTo>
                  <a:lnTo>
                    <a:pt x="0" y="0"/>
                  </a:lnTo>
                  <a:lnTo>
                    <a:pt x="611" y="3923"/>
                  </a:lnTo>
                  <a:lnTo>
                    <a:pt x="1789" y="14559"/>
                  </a:lnTo>
                  <a:lnTo>
                    <a:pt x="2101" y="19276"/>
                  </a:lnTo>
                  <a:lnTo>
                    <a:pt x="5728" y="15659"/>
                  </a:lnTo>
                  <a:lnTo>
                    <a:pt x="5728" y="4508"/>
                  </a:lnTo>
                  <a:lnTo>
                    <a:pt x="1207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3" name="object 29"/>
            <p:cNvSpPr/>
            <p:nvPr/>
          </p:nvSpPr>
          <p:spPr>
            <a:xfrm rot="16200000">
              <a:off x="2160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4" name="object 30"/>
            <p:cNvSpPr/>
            <p:nvPr/>
          </p:nvSpPr>
          <p:spPr>
            <a:xfrm rot="16200000">
              <a:off x="2160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5" name="object 31"/>
            <p:cNvSpPr/>
            <p:nvPr/>
          </p:nvSpPr>
          <p:spPr>
            <a:xfrm rot="16200000">
              <a:off x="2160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6" name="object 32"/>
            <p:cNvSpPr/>
            <p:nvPr/>
          </p:nvSpPr>
          <p:spPr>
            <a:xfrm rot="16200000">
              <a:off x="2160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7" name="object 33"/>
            <p:cNvSpPr/>
            <p:nvPr/>
          </p:nvSpPr>
          <p:spPr>
            <a:xfrm rot="16200000">
              <a:off x="7164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8" name="object 34"/>
            <p:cNvSpPr/>
            <p:nvPr/>
          </p:nvSpPr>
          <p:spPr>
            <a:xfrm rot="16200000">
              <a:off x="7164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199" name="object 35"/>
            <p:cNvSpPr/>
            <p:nvPr/>
          </p:nvSpPr>
          <p:spPr>
            <a:xfrm rot="16200000">
              <a:off x="7164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0" name="object 36"/>
            <p:cNvSpPr/>
            <p:nvPr/>
          </p:nvSpPr>
          <p:spPr>
            <a:xfrm rot="16200000">
              <a:off x="7164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1" name="object 37"/>
            <p:cNvSpPr/>
            <p:nvPr/>
          </p:nvSpPr>
          <p:spPr>
            <a:xfrm rot="16200000">
              <a:off x="78840" y="5548320"/>
              <a:ext cx="6120" cy="2088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6350" h="20319">
                  <a:moveTo>
                    <a:pt x="4239" y="0"/>
                  </a:moveTo>
                  <a:lnTo>
                    <a:pt x="0" y="4228"/>
                  </a:lnTo>
                  <a:lnTo>
                    <a:pt x="0" y="15378"/>
                  </a:lnTo>
                  <a:lnTo>
                    <a:pt x="4521" y="19887"/>
                  </a:lnTo>
                  <a:lnTo>
                    <a:pt x="6244" y="19887"/>
                  </a:lnTo>
                  <a:lnTo>
                    <a:pt x="423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2" name="object 38"/>
            <p:cNvSpPr/>
            <p:nvPr/>
          </p:nvSpPr>
          <p:spPr>
            <a:xfrm rot="16200000">
              <a:off x="78840" y="5068800"/>
              <a:ext cx="6120" cy="20880"/>
            </a:xfrm>
            <a:custGeom>
              <a:avLst/>
              <a:gdLst>
                <a:gd name="textAreaLeft" fmla="*/ 0 w 6120"/>
                <a:gd name="textAreaRight" fmla="*/ 6480 w 61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6350" h="20319">
                  <a:moveTo>
                    <a:pt x="2003" y="0"/>
                  </a:moveTo>
                  <a:lnTo>
                    <a:pt x="0" y="19870"/>
                  </a:lnTo>
                  <a:lnTo>
                    <a:pt x="1704" y="19870"/>
                  </a:lnTo>
                  <a:lnTo>
                    <a:pt x="6226" y="15361"/>
                  </a:lnTo>
                  <a:lnTo>
                    <a:pt x="6226" y="4211"/>
                  </a:lnTo>
                  <a:lnTo>
                    <a:pt x="2003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3" name="object 39"/>
            <p:cNvSpPr/>
            <p:nvPr/>
          </p:nvSpPr>
          <p:spPr>
            <a:xfrm rot="16200000">
              <a:off x="7164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4" name="object 40"/>
            <p:cNvSpPr/>
            <p:nvPr/>
          </p:nvSpPr>
          <p:spPr>
            <a:xfrm rot="16200000">
              <a:off x="7164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5" name="object 41"/>
            <p:cNvSpPr/>
            <p:nvPr/>
          </p:nvSpPr>
          <p:spPr>
            <a:xfrm rot="16200000">
              <a:off x="7164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6" name="object 42"/>
            <p:cNvSpPr/>
            <p:nvPr/>
          </p:nvSpPr>
          <p:spPr>
            <a:xfrm rot="16200000">
              <a:off x="7164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7" name="object 43"/>
            <p:cNvSpPr/>
            <p:nvPr/>
          </p:nvSpPr>
          <p:spPr>
            <a:xfrm rot="16200000">
              <a:off x="12168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8" name="object 44"/>
            <p:cNvSpPr/>
            <p:nvPr/>
          </p:nvSpPr>
          <p:spPr>
            <a:xfrm rot="16200000">
              <a:off x="12168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09" name="object 45"/>
            <p:cNvSpPr/>
            <p:nvPr/>
          </p:nvSpPr>
          <p:spPr>
            <a:xfrm rot="16200000">
              <a:off x="12168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0" name="object 46"/>
            <p:cNvSpPr/>
            <p:nvPr/>
          </p:nvSpPr>
          <p:spPr>
            <a:xfrm rot="16200000">
              <a:off x="12168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1" name="object 47"/>
            <p:cNvSpPr/>
            <p:nvPr/>
          </p:nvSpPr>
          <p:spPr>
            <a:xfrm rot="16200000">
              <a:off x="123120" y="5542920"/>
              <a:ext cx="17280" cy="20880"/>
            </a:xfrm>
            <a:custGeom>
              <a:avLst/>
              <a:gdLst>
                <a:gd name="textAreaLeft" fmla="*/ 0 w 17280"/>
                <a:gd name="textAreaRight" fmla="*/ 17640 w 1728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7779" h="20319">
                  <a:moveTo>
                    <a:pt x="114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203" y="18627"/>
                  </a:lnTo>
                  <a:lnTo>
                    <a:pt x="1142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2" name="object 48"/>
            <p:cNvSpPr/>
            <p:nvPr/>
          </p:nvSpPr>
          <p:spPr>
            <a:xfrm rot="16200000">
              <a:off x="123120" y="5074200"/>
              <a:ext cx="17280" cy="20880"/>
            </a:xfrm>
            <a:custGeom>
              <a:avLst/>
              <a:gdLst>
                <a:gd name="textAreaLeft" fmla="*/ 0 w 17280"/>
                <a:gd name="textAreaRight" fmla="*/ 17640 w 1728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7779" h="20319">
                  <a:moveTo>
                    <a:pt x="12669" y="0"/>
                  </a:moveTo>
                  <a:lnTo>
                    <a:pt x="5786" y="0"/>
                  </a:lnTo>
                  <a:lnTo>
                    <a:pt x="0" y="18640"/>
                  </a:lnTo>
                  <a:lnTo>
                    <a:pt x="1531" y="20167"/>
                  </a:lnTo>
                  <a:lnTo>
                    <a:pt x="12669" y="20167"/>
                  </a:lnTo>
                  <a:lnTo>
                    <a:pt x="17190" y="15659"/>
                  </a:lnTo>
                  <a:lnTo>
                    <a:pt x="17190" y="4508"/>
                  </a:lnTo>
                  <a:lnTo>
                    <a:pt x="1266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3" name="object 49"/>
            <p:cNvSpPr/>
            <p:nvPr/>
          </p:nvSpPr>
          <p:spPr>
            <a:xfrm rot="16200000">
              <a:off x="12168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4" name="object 50"/>
            <p:cNvSpPr/>
            <p:nvPr/>
          </p:nvSpPr>
          <p:spPr>
            <a:xfrm rot="16200000">
              <a:off x="12168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5" name="object 51"/>
            <p:cNvSpPr/>
            <p:nvPr/>
          </p:nvSpPr>
          <p:spPr>
            <a:xfrm rot="16200000">
              <a:off x="12168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6" name="object 52"/>
            <p:cNvSpPr/>
            <p:nvPr/>
          </p:nvSpPr>
          <p:spPr>
            <a:xfrm rot="16200000">
              <a:off x="12168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7" name="object 53"/>
            <p:cNvSpPr/>
            <p:nvPr/>
          </p:nvSpPr>
          <p:spPr>
            <a:xfrm rot="16200000">
              <a:off x="171720" y="5748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19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7851"/>
                  </a:lnTo>
                  <a:lnTo>
                    <a:pt x="2699" y="18351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8" name="object 54"/>
            <p:cNvSpPr/>
            <p:nvPr/>
          </p:nvSpPr>
          <p:spPr>
            <a:xfrm rot="16200000">
              <a:off x="17172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19" name="object 55"/>
            <p:cNvSpPr/>
            <p:nvPr/>
          </p:nvSpPr>
          <p:spPr>
            <a:xfrm rot="16200000">
              <a:off x="17172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0" name="object 56"/>
            <p:cNvSpPr/>
            <p:nvPr/>
          </p:nvSpPr>
          <p:spPr>
            <a:xfrm rot="16200000">
              <a:off x="17172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1" name="object 57"/>
            <p:cNvSpPr/>
            <p:nvPr/>
          </p:nvSpPr>
          <p:spPr>
            <a:xfrm rot="16200000">
              <a:off x="17172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2" name="object 58"/>
            <p:cNvSpPr/>
            <p:nvPr/>
          </p:nvSpPr>
          <p:spPr>
            <a:xfrm rot="16200000">
              <a:off x="17172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3" name="object 59"/>
            <p:cNvSpPr/>
            <p:nvPr/>
          </p:nvSpPr>
          <p:spPr>
            <a:xfrm rot="16200000">
              <a:off x="17172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4" name="object 60"/>
            <p:cNvSpPr/>
            <p:nvPr/>
          </p:nvSpPr>
          <p:spPr>
            <a:xfrm rot="16200000">
              <a:off x="17172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5" name="object 61"/>
            <p:cNvSpPr/>
            <p:nvPr/>
          </p:nvSpPr>
          <p:spPr>
            <a:xfrm rot="16200000">
              <a:off x="17172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6" name="object 62"/>
            <p:cNvSpPr/>
            <p:nvPr/>
          </p:nvSpPr>
          <p:spPr>
            <a:xfrm rot="16200000">
              <a:off x="171720" y="48690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1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17471" y="18359"/>
                  </a:lnTo>
                  <a:lnTo>
                    <a:pt x="20180" y="7826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7" name="object 63"/>
            <p:cNvSpPr/>
            <p:nvPr/>
          </p:nvSpPr>
          <p:spPr>
            <a:xfrm rot="16200000">
              <a:off x="226440" y="5743440"/>
              <a:ext cx="7920" cy="18360"/>
            </a:xfrm>
            <a:custGeom>
              <a:avLst/>
              <a:gdLst>
                <a:gd name="textAreaLeft" fmla="*/ 0 w 7920"/>
                <a:gd name="textAreaRight" fmla="*/ 8280 w 79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8254" h="17779">
                  <a:moveTo>
                    <a:pt x="3497" y="0"/>
                  </a:moveTo>
                  <a:lnTo>
                    <a:pt x="0" y="0"/>
                  </a:lnTo>
                  <a:lnTo>
                    <a:pt x="6343" y="17330"/>
                  </a:lnTo>
                  <a:lnTo>
                    <a:pt x="8019" y="15659"/>
                  </a:lnTo>
                  <a:lnTo>
                    <a:pt x="8019" y="4508"/>
                  </a:lnTo>
                  <a:lnTo>
                    <a:pt x="3497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8" name="object 64"/>
            <p:cNvSpPr/>
            <p:nvPr/>
          </p:nvSpPr>
          <p:spPr>
            <a:xfrm rot="16200000">
              <a:off x="22176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29" name="object 65"/>
            <p:cNvSpPr/>
            <p:nvPr/>
          </p:nvSpPr>
          <p:spPr>
            <a:xfrm rot="16200000">
              <a:off x="22176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0" name="object 66"/>
            <p:cNvSpPr/>
            <p:nvPr/>
          </p:nvSpPr>
          <p:spPr>
            <a:xfrm rot="16200000">
              <a:off x="22176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1" name="object 67"/>
            <p:cNvSpPr/>
            <p:nvPr/>
          </p:nvSpPr>
          <p:spPr>
            <a:xfrm rot="16200000">
              <a:off x="22176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2" name="object 68"/>
            <p:cNvSpPr/>
            <p:nvPr/>
          </p:nvSpPr>
          <p:spPr>
            <a:xfrm rot="16200000">
              <a:off x="22176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9674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12733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3" name="object 69"/>
            <p:cNvSpPr/>
            <p:nvPr/>
          </p:nvSpPr>
          <p:spPr>
            <a:xfrm rot="16200000">
              <a:off x="22176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10518" y="0"/>
                  </a:lnTo>
                  <a:lnTo>
                    <a:pt x="0" y="1274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4" name="object 70"/>
            <p:cNvSpPr/>
            <p:nvPr/>
          </p:nvSpPr>
          <p:spPr>
            <a:xfrm rot="16200000">
              <a:off x="22176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5" name="object 71"/>
            <p:cNvSpPr/>
            <p:nvPr/>
          </p:nvSpPr>
          <p:spPr>
            <a:xfrm rot="16200000">
              <a:off x="22176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6" name="object 72"/>
            <p:cNvSpPr/>
            <p:nvPr/>
          </p:nvSpPr>
          <p:spPr>
            <a:xfrm rot="16200000">
              <a:off x="22176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7" name="object 73"/>
            <p:cNvSpPr/>
            <p:nvPr/>
          </p:nvSpPr>
          <p:spPr>
            <a:xfrm rot="16200000">
              <a:off x="22176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8" name="object 74"/>
            <p:cNvSpPr/>
            <p:nvPr/>
          </p:nvSpPr>
          <p:spPr>
            <a:xfrm rot="16200000">
              <a:off x="226440" y="4876200"/>
              <a:ext cx="7920" cy="18360"/>
            </a:xfrm>
            <a:custGeom>
              <a:avLst/>
              <a:gdLst>
                <a:gd name="textAreaLeft" fmla="*/ 0 w 7920"/>
                <a:gd name="textAreaRight" fmla="*/ 8280 w 79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8254" h="17779">
                  <a:moveTo>
                    <a:pt x="8012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671" y="17325"/>
                  </a:lnTo>
                  <a:lnTo>
                    <a:pt x="801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39" name="object 75"/>
            <p:cNvSpPr/>
            <p:nvPr/>
          </p:nvSpPr>
          <p:spPr>
            <a:xfrm rot="16200000">
              <a:off x="271800" y="5696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0" name="object 76"/>
            <p:cNvSpPr/>
            <p:nvPr/>
          </p:nvSpPr>
          <p:spPr>
            <a:xfrm rot="16200000">
              <a:off x="27180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1" name="object 77"/>
            <p:cNvSpPr/>
            <p:nvPr/>
          </p:nvSpPr>
          <p:spPr>
            <a:xfrm rot="16200000">
              <a:off x="27180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2" name="object 78"/>
            <p:cNvSpPr/>
            <p:nvPr/>
          </p:nvSpPr>
          <p:spPr>
            <a:xfrm rot="16200000">
              <a:off x="27180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3" name="object 79"/>
            <p:cNvSpPr/>
            <p:nvPr/>
          </p:nvSpPr>
          <p:spPr>
            <a:xfrm rot="16200000">
              <a:off x="27180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4" name="object 80"/>
            <p:cNvSpPr/>
            <p:nvPr/>
          </p:nvSpPr>
          <p:spPr>
            <a:xfrm rot="16200000">
              <a:off x="27180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2870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8990" y="3322"/>
                  </a:lnTo>
                  <a:lnTo>
                    <a:pt x="12870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5" name="object 81"/>
            <p:cNvSpPr/>
            <p:nvPr/>
          </p:nvSpPr>
          <p:spPr>
            <a:xfrm rot="16200000">
              <a:off x="27180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7319" y="0"/>
                  </a:lnTo>
                  <a:lnTo>
                    <a:pt x="1178" y="3333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6" name="object 82"/>
            <p:cNvSpPr/>
            <p:nvPr/>
          </p:nvSpPr>
          <p:spPr>
            <a:xfrm rot="16200000">
              <a:off x="27180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7" name="object 83"/>
            <p:cNvSpPr/>
            <p:nvPr/>
          </p:nvSpPr>
          <p:spPr>
            <a:xfrm rot="16200000">
              <a:off x="27180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8" name="object 84"/>
            <p:cNvSpPr/>
            <p:nvPr/>
          </p:nvSpPr>
          <p:spPr>
            <a:xfrm rot="16200000">
              <a:off x="27180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49" name="object 85"/>
            <p:cNvSpPr/>
            <p:nvPr/>
          </p:nvSpPr>
          <p:spPr>
            <a:xfrm rot="16200000">
              <a:off x="27180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0" name="object 86"/>
            <p:cNvSpPr/>
            <p:nvPr/>
          </p:nvSpPr>
          <p:spPr>
            <a:xfrm rot="16200000">
              <a:off x="271800" y="4920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1" name="object 87"/>
            <p:cNvSpPr/>
            <p:nvPr/>
          </p:nvSpPr>
          <p:spPr>
            <a:xfrm rot="16200000">
              <a:off x="323640" y="5694480"/>
              <a:ext cx="12960" cy="17640"/>
            </a:xfrm>
            <a:custGeom>
              <a:avLst/>
              <a:gdLst>
                <a:gd name="textAreaLeft" fmla="*/ 0 w 12960"/>
                <a:gd name="textAreaRight" fmla="*/ 13320 w 1296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13335" h="17145">
                  <a:moveTo>
                    <a:pt x="8506" y="0"/>
                  </a:moveTo>
                  <a:lnTo>
                    <a:pt x="0" y="0"/>
                  </a:lnTo>
                  <a:lnTo>
                    <a:pt x="5532" y="9107"/>
                  </a:lnTo>
                  <a:lnTo>
                    <a:pt x="11540" y="17141"/>
                  </a:lnTo>
                  <a:lnTo>
                    <a:pt x="13027" y="15659"/>
                  </a:lnTo>
                  <a:lnTo>
                    <a:pt x="13027" y="4508"/>
                  </a:lnTo>
                  <a:lnTo>
                    <a:pt x="8506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2" name="object 88"/>
            <p:cNvSpPr/>
            <p:nvPr/>
          </p:nvSpPr>
          <p:spPr>
            <a:xfrm rot="16200000">
              <a:off x="32184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3" name="object 89"/>
            <p:cNvSpPr/>
            <p:nvPr/>
          </p:nvSpPr>
          <p:spPr>
            <a:xfrm rot="16200000">
              <a:off x="32184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4" name="object 90"/>
            <p:cNvSpPr/>
            <p:nvPr/>
          </p:nvSpPr>
          <p:spPr>
            <a:xfrm rot="16200000">
              <a:off x="32184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5" name="object 91"/>
            <p:cNvSpPr/>
            <p:nvPr/>
          </p:nvSpPr>
          <p:spPr>
            <a:xfrm rot="16200000">
              <a:off x="32184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6" name="object 92"/>
            <p:cNvSpPr/>
            <p:nvPr/>
          </p:nvSpPr>
          <p:spPr>
            <a:xfrm rot="16200000">
              <a:off x="32184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7" name="object 93"/>
            <p:cNvSpPr/>
            <p:nvPr/>
          </p:nvSpPr>
          <p:spPr>
            <a:xfrm rot="16200000">
              <a:off x="32184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8" name="object 94"/>
            <p:cNvSpPr/>
            <p:nvPr/>
          </p:nvSpPr>
          <p:spPr>
            <a:xfrm rot="16200000">
              <a:off x="32184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59" name="object 95"/>
            <p:cNvSpPr/>
            <p:nvPr/>
          </p:nvSpPr>
          <p:spPr>
            <a:xfrm rot="16200000">
              <a:off x="32184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0" name="object 96"/>
            <p:cNvSpPr/>
            <p:nvPr/>
          </p:nvSpPr>
          <p:spPr>
            <a:xfrm rot="16200000">
              <a:off x="32184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1" name="object 97"/>
            <p:cNvSpPr/>
            <p:nvPr/>
          </p:nvSpPr>
          <p:spPr>
            <a:xfrm rot="16200000">
              <a:off x="32184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2" name="object 98"/>
            <p:cNvSpPr/>
            <p:nvPr/>
          </p:nvSpPr>
          <p:spPr>
            <a:xfrm rot="16200000">
              <a:off x="32184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3" name="object 99"/>
            <p:cNvSpPr/>
            <p:nvPr/>
          </p:nvSpPr>
          <p:spPr>
            <a:xfrm rot="16200000">
              <a:off x="32184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4" name="object 100"/>
            <p:cNvSpPr/>
            <p:nvPr/>
          </p:nvSpPr>
          <p:spPr>
            <a:xfrm rot="16200000">
              <a:off x="32184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5" name="object 101"/>
            <p:cNvSpPr/>
            <p:nvPr/>
          </p:nvSpPr>
          <p:spPr>
            <a:xfrm rot="16200000">
              <a:off x="32184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6" name="object 102"/>
            <p:cNvSpPr/>
            <p:nvPr/>
          </p:nvSpPr>
          <p:spPr>
            <a:xfrm rot="16200000">
              <a:off x="323640" y="4925520"/>
              <a:ext cx="12960" cy="17640"/>
            </a:xfrm>
            <a:custGeom>
              <a:avLst/>
              <a:gdLst>
                <a:gd name="textAreaLeft" fmla="*/ 0 w 12960"/>
                <a:gd name="textAreaRight" fmla="*/ 13320 w 1296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13335" h="17145">
                  <a:moveTo>
                    <a:pt x="13021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483" y="17138"/>
                  </a:lnTo>
                  <a:lnTo>
                    <a:pt x="7488" y="9107"/>
                  </a:lnTo>
                  <a:lnTo>
                    <a:pt x="13021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7" name="object 103"/>
            <p:cNvSpPr/>
            <p:nvPr/>
          </p:nvSpPr>
          <p:spPr>
            <a:xfrm rot="16200000">
              <a:off x="371880" y="5644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0673"/>
                  </a:lnTo>
                  <a:lnTo>
                    <a:pt x="8629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8" name="object 104"/>
            <p:cNvSpPr/>
            <p:nvPr/>
          </p:nvSpPr>
          <p:spPr>
            <a:xfrm rot="16200000">
              <a:off x="37188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69" name="object 105"/>
            <p:cNvSpPr/>
            <p:nvPr/>
          </p:nvSpPr>
          <p:spPr>
            <a:xfrm rot="16200000">
              <a:off x="37188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0" name="object 106"/>
            <p:cNvSpPr/>
            <p:nvPr/>
          </p:nvSpPr>
          <p:spPr>
            <a:xfrm rot="16200000">
              <a:off x="37188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1" name="object 107"/>
            <p:cNvSpPr/>
            <p:nvPr/>
          </p:nvSpPr>
          <p:spPr>
            <a:xfrm rot="16200000">
              <a:off x="37188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2" name="object 108"/>
            <p:cNvSpPr/>
            <p:nvPr/>
          </p:nvSpPr>
          <p:spPr>
            <a:xfrm rot="16200000">
              <a:off x="37188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3" name="object 109"/>
            <p:cNvSpPr/>
            <p:nvPr/>
          </p:nvSpPr>
          <p:spPr>
            <a:xfrm rot="16200000">
              <a:off x="37188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4" name="object 110"/>
            <p:cNvSpPr/>
            <p:nvPr/>
          </p:nvSpPr>
          <p:spPr>
            <a:xfrm rot="16200000">
              <a:off x="37188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5" name="object 111"/>
            <p:cNvSpPr/>
            <p:nvPr/>
          </p:nvSpPr>
          <p:spPr>
            <a:xfrm rot="16200000">
              <a:off x="37188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6" name="object 112"/>
            <p:cNvSpPr/>
            <p:nvPr/>
          </p:nvSpPr>
          <p:spPr>
            <a:xfrm rot="16200000">
              <a:off x="37188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7" name="object 113"/>
            <p:cNvSpPr/>
            <p:nvPr/>
          </p:nvSpPr>
          <p:spPr>
            <a:xfrm rot="16200000">
              <a:off x="37188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8" name="object 114"/>
            <p:cNvSpPr/>
            <p:nvPr/>
          </p:nvSpPr>
          <p:spPr>
            <a:xfrm rot="16200000">
              <a:off x="37188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79" name="object 115"/>
            <p:cNvSpPr/>
            <p:nvPr/>
          </p:nvSpPr>
          <p:spPr>
            <a:xfrm rot="16200000">
              <a:off x="37188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0" name="object 116"/>
            <p:cNvSpPr/>
            <p:nvPr/>
          </p:nvSpPr>
          <p:spPr>
            <a:xfrm rot="16200000">
              <a:off x="371880" y="4972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1547" y="20167"/>
                  </a:lnTo>
                  <a:lnTo>
                    <a:pt x="20180" y="1066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1" name="object 117"/>
            <p:cNvSpPr/>
            <p:nvPr/>
          </p:nvSpPr>
          <p:spPr>
            <a:xfrm rot="16200000">
              <a:off x="421920" y="5593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129"/>
                  </a:lnTo>
                  <a:lnTo>
                    <a:pt x="9412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2" name="object 118"/>
            <p:cNvSpPr/>
            <p:nvPr/>
          </p:nvSpPr>
          <p:spPr>
            <a:xfrm rot="16200000">
              <a:off x="421920" y="5541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3" name="object 119"/>
            <p:cNvSpPr/>
            <p:nvPr/>
          </p:nvSpPr>
          <p:spPr>
            <a:xfrm rot="16200000">
              <a:off x="42192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4" name="object 120"/>
            <p:cNvSpPr/>
            <p:nvPr/>
          </p:nvSpPr>
          <p:spPr>
            <a:xfrm rot="16200000">
              <a:off x="42192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5" name="object 121"/>
            <p:cNvSpPr/>
            <p:nvPr/>
          </p:nvSpPr>
          <p:spPr>
            <a:xfrm rot="16200000">
              <a:off x="42192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6" name="object 122"/>
            <p:cNvSpPr/>
            <p:nvPr/>
          </p:nvSpPr>
          <p:spPr>
            <a:xfrm rot="16200000">
              <a:off x="42192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7" name="object 123"/>
            <p:cNvSpPr/>
            <p:nvPr/>
          </p:nvSpPr>
          <p:spPr>
            <a:xfrm rot="16200000">
              <a:off x="42192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8" name="object 124"/>
            <p:cNvSpPr/>
            <p:nvPr/>
          </p:nvSpPr>
          <p:spPr>
            <a:xfrm rot="16200000">
              <a:off x="42192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89" name="object 125"/>
            <p:cNvSpPr/>
            <p:nvPr/>
          </p:nvSpPr>
          <p:spPr>
            <a:xfrm rot="16200000">
              <a:off x="42192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0" name="object 126"/>
            <p:cNvSpPr/>
            <p:nvPr/>
          </p:nvSpPr>
          <p:spPr>
            <a:xfrm rot="16200000">
              <a:off x="42192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1" name="object 127"/>
            <p:cNvSpPr/>
            <p:nvPr/>
          </p:nvSpPr>
          <p:spPr>
            <a:xfrm rot="16200000">
              <a:off x="421920" y="5075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2" name="object 128"/>
            <p:cNvSpPr/>
            <p:nvPr/>
          </p:nvSpPr>
          <p:spPr>
            <a:xfrm rot="16200000">
              <a:off x="421920" y="5024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0765" y="20167"/>
                  </a:lnTo>
                  <a:lnTo>
                    <a:pt x="20180" y="13127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3" name="object 129"/>
            <p:cNvSpPr/>
            <p:nvPr/>
          </p:nvSpPr>
          <p:spPr>
            <a:xfrm rot="16200000">
              <a:off x="469800" y="5544000"/>
              <a:ext cx="18000" cy="1440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18414" h="13970">
                  <a:moveTo>
                    <a:pt x="13855" y="0"/>
                  </a:moveTo>
                  <a:lnTo>
                    <a:pt x="2717" y="0"/>
                  </a:lnTo>
                  <a:lnTo>
                    <a:pt x="0" y="2709"/>
                  </a:lnTo>
                  <a:lnTo>
                    <a:pt x="18376" y="13873"/>
                  </a:lnTo>
                  <a:lnTo>
                    <a:pt x="18376" y="4508"/>
                  </a:lnTo>
                  <a:lnTo>
                    <a:pt x="13855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4" name="object 130"/>
            <p:cNvSpPr/>
            <p:nvPr/>
          </p:nvSpPr>
          <p:spPr>
            <a:xfrm rot="16200000">
              <a:off x="471960" y="5489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5" name="object 131"/>
            <p:cNvSpPr/>
            <p:nvPr/>
          </p:nvSpPr>
          <p:spPr>
            <a:xfrm rot="16200000">
              <a:off x="471960" y="543780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6" name="object 132"/>
            <p:cNvSpPr/>
            <p:nvPr/>
          </p:nvSpPr>
          <p:spPr>
            <a:xfrm rot="16200000">
              <a:off x="471960" y="5386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7" name="object 133"/>
            <p:cNvSpPr/>
            <p:nvPr/>
          </p:nvSpPr>
          <p:spPr>
            <a:xfrm rot="16200000">
              <a:off x="47196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8" name="object 134"/>
            <p:cNvSpPr/>
            <p:nvPr/>
          </p:nvSpPr>
          <p:spPr>
            <a:xfrm rot="16200000">
              <a:off x="47196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299" name="object 135"/>
            <p:cNvSpPr/>
            <p:nvPr/>
          </p:nvSpPr>
          <p:spPr>
            <a:xfrm rot="16200000">
              <a:off x="471960" y="523116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0" name="object 136"/>
            <p:cNvSpPr/>
            <p:nvPr/>
          </p:nvSpPr>
          <p:spPr>
            <a:xfrm rot="16200000">
              <a:off x="471960" y="517932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1" name="object 137"/>
            <p:cNvSpPr/>
            <p:nvPr/>
          </p:nvSpPr>
          <p:spPr>
            <a:xfrm rot="16200000">
              <a:off x="471960" y="5127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2" name="object 138"/>
            <p:cNvSpPr/>
            <p:nvPr/>
          </p:nvSpPr>
          <p:spPr>
            <a:xfrm rot="16200000">
              <a:off x="469800" y="5079960"/>
              <a:ext cx="18000" cy="1440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18414" h="1397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3871"/>
                  </a:lnTo>
                  <a:lnTo>
                    <a:pt x="18375" y="27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3" name="object 139"/>
            <p:cNvSpPr/>
            <p:nvPr/>
          </p:nvSpPr>
          <p:spPr>
            <a:xfrm rot="16200000">
              <a:off x="515880" y="5443560"/>
              <a:ext cx="18000" cy="68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18414" h="6984">
                  <a:moveTo>
                    <a:pt x="13402" y="0"/>
                  </a:moveTo>
                  <a:lnTo>
                    <a:pt x="2264" y="0"/>
                  </a:lnTo>
                  <a:lnTo>
                    <a:pt x="0" y="2257"/>
                  </a:lnTo>
                  <a:lnTo>
                    <a:pt x="17923" y="6866"/>
                  </a:lnTo>
                  <a:lnTo>
                    <a:pt x="17923" y="4508"/>
                  </a:lnTo>
                  <a:lnTo>
                    <a:pt x="13402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4" name="object 140"/>
            <p:cNvSpPr/>
            <p:nvPr/>
          </p:nvSpPr>
          <p:spPr>
            <a:xfrm rot="16200000">
              <a:off x="520920" y="5387760"/>
              <a:ext cx="19800" cy="183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4388"/>
                  </a:lnTo>
                  <a:lnTo>
                    <a:pt x="18606" y="17228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5" name="object 141"/>
            <p:cNvSpPr/>
            <p:nvPr/>
          </p:nvSpPr>
          <p:spPr>
            <a:xfrm rot="16200000">
              <a:off x="522000" y="533448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6" name="object 142"/>
            <p:cNvSpPr/>
            <p:nvPr/>
          </p:nvSpPr>
          <p:spPr>
            <a:xfrm rot="16200000">
              <a:off x="522000" y="5282640"/>
              <a:ext cx="19800" cy="208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20320" h="20320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4521" y="20167"/>
                  </a:lnTo>
                  <a:lnTo>
                    <a:pt x="15659" y="20167"/>
                  </a:lnTo>
                  <a:lnTo>
                    <a:pt x="20180" y="1565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7" name="object 143"/>
            <p:cNvSpPr/>
            <p:nvPr/>
          </p:nvSpPr>
          <p:spPr>
            <a:xfrm rot="16200000">
              <a:off x="520920" y="5232600"/>
              <a:ext cx="19800" cy="183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0320" h="17779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15659"/>
                  </a:lnTo>
                  <a:lnTo>
                    <a:pt x="1574" y="17228"/>
                  </a:lnTo>
                  <a:lnTo>
                    <a:pt x="20180" y="14389"/>
                  </a:lnTo>
                  <a:lnTo>
                    <a:pt x="20180" y="450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  <p:sp>
          <p:nvSpPr>
            <p:cNvPr id="308" name="object 144"/>
            <p:cNvSpPr/>
            <p:nvPr/>
          </p:nvSpPr>
          <p:spPr>
            <a:xfrm rot="16200000">
              <a:off x="515880" y="5187240"/>
              <a:ext cx="18000" cy="68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6840"/>
                <a:gd name="textAreaBottom" fmla="*/ 7200 h 6840"/>
              </a:gdLst>
              <a:ahLst/>
              <a:cxnLst/>
              <a:rect l="textAreaLeft" t="textAreaTop" r="textAreaRight" b="textAreaBottom"/>
              <a:pathLst>
                <a:path w="18414" h="6984">
                  <a:moveTo>
                    <a:pt x="15659" y="0"/>
                  </a:moveTo>
                  <a:lnTo>
                    <a:pt x="4521" y="0"/>
                  </a:lnTo>
                  <a:lnTo>
                    <a:pt x="0" y="4508"/>
                  </a:lnTo>
                  <a:lnTo>
                    <a:pt x="0" y="6866"/>
                  </a:lnTo>
                  <a:lnTo>
                    <a:pt x="17923" y="2258"/>
                  </a:lnTo>
                  <a:lnTo>
                    <a:pt x="15659" y="0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0" tIns="0" rIns="0" bIns="0" anchor="t">
              <a:noAutofit/>
            </a:bodyPr>
            <a:lstStyle/>
            <a:p>
              <a:pPr defTabSz="914400">
                <a:lnSpc>
                  <a:spcPct val="100000"/>
                </a:lnSpc>
              </a:pPr>
              <a:endParaRPr lang="fr-FR" sz="330" b="0" strike="noStrike" spc="-1">
                <a:solidFill>
                  <a:schemeClr val="lt1"/>
                </a:solidFill>
                <a:latin typeface="Arial"/>
              </a:endParaRPr>
            </a:p>
          </p:txBody>
        </p:sp>
      </p:grpSp>
      <p:sp>
        <p:nvSpPr>
          <p:cNvPr id="309" name="PlaceHolder 5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chemeClr val="lt1"/>
                </a:solidFill>
                <a:latin typeface="Arial"/>
              </a:rPr>
              <a:t>Cliquez pour éditer le format du texte-titre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188958-AAE3-44CE-8925-C1199477859F}"/>
              </a:ext>
            </a:extLst>
          </p:cNvPr>
          <p:cNvSpPr/>
          <p:nvPr/>
        </p:nvSpPr>
        <p:spPr>
          <a:xfrm>
            <a:off x="5024947" y="4290215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state_eq.py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BA56FC-4E4E-29A4-9860-5685CF427DC2}"/>
              </a:ext>
            </a:extLst>
          </p:cNvPr>
          <p:cNvSpPr/>
          <p:nvPr/>
        </p:nvSpPr>
        <p:spPr>
          <a:xfrm>
            <a:off x="3642429" y="4840160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kinetic_eq.py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799FCE-99FA-1364-7988-E86CACAA52E2}"/>
              </a:ext>
            </a:extLst>
          </p:cNvPr>
          <p:cNvSpPr/>
          <p:nvPr/>
        </p:nvSpPr>
        <p:spPr>
          <a:xfrm>
            <a:off x="5024947" y="4840160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inst_value.py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C07E90-E197-4BF1-E436-B3CBF2098582}"/>
              </a:ext>
            </a:extLst>
          </p:cNvPr>
          <p:cNvSpPr/>
          <p:nvPr/>
        </p:nvSpPr>
        <p:spPr>
          <a:xfrm>
            <a:off x="6407465" y="4840160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coefficient.py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7AD0A1C-0D13-8F5B-91B5-6BF5F81642A3}"/>
              </a:ext>
            </a:extLst>
          </p:cNvPr>
          <p:cNvCxnSpPr>
            <a:stCxn id="5" idx="0"/>
            <a:endCxn id="4" idx="1"/>
          </p:cNvCxnSpPr>
          <p:nvPr/>
        </p:nvCxnSpPr>
        <p:spPr>
          <a:xfrm rot="5400000" flipH="1" flipV="1">
            <a:off x="4427728" y="4242941"/>
            <a:ext cx="384973" cy="809466"/>
          </a:xfrm>
          <a:prstGeom prst="bentConnector2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CB48BE70-926C-0721-7A39-CBEFE49CBEF9}"/>
              </a:ext>
            </a:extLst>
          </p:cNvPr>
          <p:cNvCxnSpPr>
            <a:cxnSpLocks/>
            <a:stCxn id="7" idx="0"/>
            <a:endCxn id="4" idx="3"/>
          </p:cNvCxnSpPr>
          <p:nvPr/>
        </p:nvCxnSpPr>
        <p:spPr>
          <a:xfrm rot="16200000" flipV="1">
            <a:off x="6383298" y="4242940"/>
            <a:ext cx="384973" cy="809467"/>
          </a:xfrm>
          <a:prstGeom prst="bentConnector2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C4A7473-F79D-67B3-1CDE-6E21BAA6277E}"/>
              </a:ext>
            </a:extLst>
          </p:cNvPr>
          <p:cNvCxnSpPr>
            <a:stCxn id="6" idx="0"/>
            <a:endCxn id="4" idx="2"/>
          </p:cNvCxnSpPr>
          <p:nvPr/>
        </p:nvCxnSpPr>
        <p:spPr>
          <a:xfrm flipV="1">
            <a:off x="5597999" y="4620158"/>
            <a:ext cx="0" cy="220002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7ECB6B8-47F5-9CB5-3170-71C90B93D15D}"/>
              </a:ext>
            </a:extLst>
          </p:cNvPr>
          <p:cNvCxnSpPr>
            <a:cxnSpLocks/>
          </p:cNvCxnSpPr>
          <p:nvPr/>
        </p:nvCxnSpPr>
        <p:spPr>
          <a:xfrm>
            <a:off x="5958397" y="3502560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BF0B7F-FD6F-07D7-0EC3-F7D1A48FDFBA}"/>
              </a:ext>
            </a:extLst>
          </p:cNvPr>
          <p:cNvCxnSpPr>
            <a:cxnSpLocks/>
            <a:stCxn id="7" idx="1"/>
            <a:endCxn id="6" idx="3"/>
          </p:cNvCxnSpPr>
          <p:nvPr/>
        </p:nvCxnSpPr>
        <p:spPr>
          <a:xfrm flipH="1">
            <a:off x="6171050" y="5005132"/>
            <a:ext cx="236415" cy="0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50DE003-68ED-4C2B-D146-5AFFFC76803F}"/>
              </a:ext>
            </a:extLst>
          </p:cNvPr>
          <p:cNvCxnSpPr>
            <a:cxnSpLocks/>
            <a:stCxn id="7" idx="2"/>
            <a:endCxn id="5" idx="2"/>
          </p:cNvCxnSpPr>
          <p:nvPr/>
        </p:nvCxnSpPr>
        <p:spPr>
          <a:xfrm rot="5400000">
            <a:off x="5597999" y="3787585"/>
            <a:ext cx="12700" cy="2765036"/>
          </a:xfrm>
          <a:prstGeom prst="bentConnector3">
            <a:avLst>
              <a:gd name="adj1" fmla="val 1800000"/>
            </a:avLst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B63954C3-92F5-D357-48E0-1F727B7E3E63}"/>
              </a:ext>
            </a:extLst>
          </p:cNvPr>
          <p:cNvSpPr/>
          <p:nvPr/>
        </p:nvSpPr>
        <p:spPr>
          <a:xfrm>
            <a:off x="5024947" y="3637708"/>
            <a:ext cx="1146103" cy="428367"/>
          </a:xfrm>
          <a:prstGeom prst="rect">
            <a:avLst/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model.py</a:t>
            </a:r>
          </a:p>
          <a:p>
            <a:pPr algn="ctr"/>
            <a:endParaRPr lang="en-US" sz="800" dirty="0">
              <a:solidFill>
                <a:schemeClr val="bg1"/>
              </a:solidFill>
            </a:endParaRPr>
          </a:p>
          <a:p>
            <a:pPr algn="ctr"/>
            <a:endParaRPr lang="en-US" sz="800" dirty="0">
              <a:solidFill>
                <a:schemeClr val="bg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865BF1-3326-0F3D-56C5-3210A67B88DD}"/>
              </a:ext>
            </a:extLst>
          </p:cNvPr>
          <p:cNvSpPr/>
          <p:nvPr/>
        </p:nvSpPr>
        <p:spPr>
          <a:xfrm>
            <a:off x="5024947" y="3796328"/>
            <a:ext cx="1146103" cy="287273"/>
          </a:xfrm>
          <a:prstGeom prst="rect">
            <a:avLst/>
          </a:prstGeom>
          <a:solidFill>
            <a:schemeClr val="tx2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Class: PEMFC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392A148-F25D-3B13-CE6D-30CFB454FBE7}"/>
              </a:ext>
            </a:extLst>
          </p:cNvPr>
          <p:cNvCxnSpPr>
            <a:cxnSpLocks/>
            <a:stCxn id="4" idx="0"/>
            <a:endCxn id="28" idx="2"/>
          </p:cNvCxnSpPr>
          <p:nvPr/>
        </p:nvCxnSpPr>
        <p:spPr>
          <a:xfrm flipV="1">
            <a:off x="5597999" y="4083601"/>
            <a:ext cx="0" cy="206614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1385016-B1F9-C491-FCE7-9BE8D2F8E69F}"/>
              </a:ext>
            </a:extLst>
          </p:cNvPr>
          <p:cNvSpPr/>
          <p:nvPr/>
        </p:nvSpPr>
        <p:spPr>
          <a:xfrm>
            <a:off x="5024020" y="1653929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rgbClr val="29BD2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main.py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626DE21-66F6-0868-60FC-F50D8C4BB79E}"/>
              </a:ext>
            </a:extLst>
          </p:cNvPr>
          <p:cNvCxnSpPr>
            <a:cxnSpLocks/>
            <a:stCxn id="27" idx="0"/>
            <a:endCxn id="13" idx="2"/>
          </p:cNvCxnSpPr>
          <p:nvPr/>
        </p:nvCxnSpPr>
        <p:spPr>
          <a:xfrm flipH="1" flipV="1">
            <a:off x="5597072" y="1983872"/>
            <a:ext cx="927" cy="1653836"/>
          </a:xfrm>
          <a:prstGeom prst="straightConnector1">
            <a:avLst/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C3CB8AC4-8386-494B-59B7-183B15AE4C47}"/>
              </a:ext>
            </a:extLst>
          </p:cNvPr>
          <p:cNvSpPr/>
          <p:nvPr/>
        </p:nvSpPr>
        <p:spPr>
          <a:xfrm>
            <a:off x="3283323" y="3473469"/>
            <a:ext cx="4613415" cy="2210100"/>
          </a:xfrm>
          <a:prstGeom prst="roundRect">
            <a:avLst>
              <a:gd name="adj" fmla="val 7782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BB960B8-A4DE-975E-84C2-E865A0BF710D}"/>
              </a:ext>
            </a:extLst>
          </p:cNvPr>
          <p:cNvSpPr/>
          <p:nvPr/>
        </p:nvSpPr>
        <p:spPr>
          <a:xfrm>
            <a:off x="6348095" y="1907248"/>
            <a:ext cx="1559859" cy="1285614"/>
          </a:xfrm>
          <a:prstGeom prst="roundRect">
            <a:avLst>
              <a:gd name="adj" fmla="val 7782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85DF0B-56C5-434E-5BC7-0F904D294EF8}"/>
              </a:ext>
            </a:extLst>
          </p:cNvPr>
          <p:cNvSpPr txBox="1"/>
          <p:nvPr/>
        </p:nvSpPr>
        <p:spPr>
          <a:xfrm>
            <a:off x="5253991" y="5406570"/>
            <a:ext cx="6880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./model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A0B6823-77C5-C8FF-DDF3-F9B41522C90E}"/>
              </a:ext>
            </a:extLst>
          </p:cNvPr>
          <p:cNvSpPr txBox="1"/>
          <p:nvPr/>
        </p:nvSpPr>
        <p:spPr>
          <a:xfrm>
            <a:off x="6789455" y="2991468"/>
            <a:ext cx="5950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./config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46E9CC4-1D32-1569-FE57-9935AACC3C55}"/>
              </a:ext>
            </a:extLst>
          </p:cNvPr>
          <p:cNvSpPr/>
          <p:nvPr/>
        </p:nvSpPr>
        <p:spPr>
          <a:xfrm>
            <a:off x="6554972" y="2595181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rgbClr val="010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initialize.py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326456B-168E-3426-8081-894E5192D226}"/>
              </a:ext>
            </a:extLst>
          </p:cNvPr>
          <p:cNvSpPr/>
          <p:nvPr/>
        </p:nvSpPr>
        <p:spPr>
          <a:xfrm>
            <a:off x="6554972" y="2125915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rgbClr val="0106C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settings.py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CC92832-BCA0-DBBD-69FF-F2A7C08D5AE5}"/>
              </a:ext>
            </a:extLst>
          </p:cNvPr>
          <p:cNvSpPr/>
          <p:nvPr/>
        </p:nvSpPr>
        <p:spPr>
          <a:xfrm>
            <a:off x="5024021" y="1130932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GUI.py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11CBC681-6E2D-0515-ADB8-FE61E3A17C92}"/>
              </a:ext>
            </a:extLst>
          </p:cNvPr>
          <p:cNvCxnSpPr>
            <a:cxnSpLocks/>
            <a:stCxn id="13" idx="0"/>
            <a:endCxn id="63" idx="2"/>
          </p:cNvCxnSpPr>
          <p:nvPr/>
        </p:nvCxnSpPr>
        <p:spPr>
          <a:xfrm flipV="1">
            <a:off x="5597072" y="1460875"/>
            <a:ext cx="1" cy="193054"/>
          </a:xfrm>
          <a:prstGeom prst="straightConnector1">
            <a:avLst/>
          </a:prstGeom>
          <a:ln w="19050">
            <a:solidFill>
              <a:srgbClr val="29BD2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EF932B07-D5E6-D78C-F475-F078907EDE91}"/>
              </a:ext>
            </a:extLst>
          </p:cNvPr>
          <p:cNvSpPr/>
          <p:nvPr/>
        </p:nvSpPr>
        <p:spPr>
          <a:xfrm>
            <a:off x="3283323" y="1907248"/>
            <a:ext cx="1559859" cy="1291470"/>
          </a:xfrm>
          <a:prstGeom prst="roundRect">
            <a:avLst>
              <a:gd name="adj" fmla="val 7782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6C3CB3E-917A-246B-F9AC-1E35AD4903A8}"/>
              </a:ext>
            </a:extLst>
          </p:cNvPr>
          <p:cNvSpPr txBox="1"/>
          <p:nvPr/>
        </p:nvSpPr>
        <p:spPr>
          <a:xfrm>
            <a:off x="3630804" y="2991468"/>
            <a:ext cx="73770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>
                <a:solidFill>
                  <a:schemeClr val="bg1"/>
                </a:solidFill>
              </a:rPr>
              <a:t>./modules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2773036-0E37-DA44-ECA5-6ED33E589C9E}"/>
              </a:ext>
            </a:extLst>
          </p:cNvPr>
          <p:cNvSpPr/>
          <p:nvPr/>
        </p:nvSpPr>
        <p:spPr>
          <a:xfrm>
            <a:off x="3496249" y="2125915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display.py</a:t>
            </a: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319BED1-FCAC-951A-9D11-D69BD52A98CF}"/>
              </a:ext>
            </a:extLst>
          </p:cNvPr>
          <p:cNvSpPr/>
          <p:nvPr/>
        </p:nvSpPr>
        <p:spPr>
          <a:xfrm>
            <a:off x="3487272" y="2595181"/>
            <a:ext cx="1146103" cy="329943"/>
          </a:xfrm>
          <a:prstGeom prst="rect">
            <a:avLst/>
          </a:prstGeom>
          <a:solidFill>
            <a:schemeClr val="tx1"/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bg1"/>
                </a:solidFill>
              </a:rPr>
              <a:t>calibration.py</a:t>
            </a:r>
          </a:p>
        </p:txBody>
      </p:sp>
      <p:sp>
        <p:nvSpPr>
          <p:cNvPr id="113" name="Rectangle: Rounded Corners 112">
            <a:extLst>
              <a:ext uri="{FF2B5EF4-FFF2-40B4-BE49-F238E27FC236}">
                <a16:creationId xmlns:a16="http://schemas.microsoft.com/office/drawing/2014/main" id="{3108F002-4050-F530-C0BB-E03029C903F3}"/>
              </a:ext>
            </a:extLst>
          </p:cNvPr>
          <p:cNvSpPr/>
          <p:nvPr/>
        </p:nvSpPr>
        <p:spPr>
          <a:xfrm>
            <a:off x="3047964" y="1135680"/>
            <a:ext cx="1512712" cy="325195"/>
          </a:xfrm>
          <a:prstGeom prst="roundRect">
            <a:avLst>
              <a:gd name="adj" fmla="val 7782"/>
            </a:avLst>
          </a:prstGeom>
          <a:noFill/>
          <a:ln w="9525" cap="flat" cmpd="sng" algn="ctr">
            <a:solidFill>
              <a:srgbClr val="941885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9C50A88-020E-08CD-C0A2-EEBE42D7ACBC}"/>
              </a:ext>
            </a:extLst>
          </p:cNvPr>
          <p:cNvSpPr txBox="1"/>
          <p:nvPr/>
        </p:nvSpPr>
        <p:spPr>
          <a:xfrm>
            <a:off x="3490936" y="1163788"/>
            <a:ext cx="5693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./data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5C683000-429F-4E3A-41B4-A77DCAC8E4D6}"/>
              </a:ext>
            </a:extLst>
          </p:cNvPr>
          <p:cNvCxnSpPr>
            <a:stCxn id="113" idx="3"/>
            <a:endCxn id="63" idx="1"/>
          </p:cNvCxnSpPr>
          <p:nvPr/>
        </p:nvCxnSpPr>
        <p:spPr>
          <a:xfrm flipV="1">
            <a:off x="4560676" y="1295904"/>
            <a:ext cx="463345" cy="2374"/>
          </a:xfrm>
          <a:prstGeom prst="straightConnector1">
            <a:avLst/>
          </a:prstGeom>
          <a:ln w="9525">
            <a:solidFill>
              <a:srgbClr val="94188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EA24BFD7-431E-3914-00C3-1CF1625C4CD4}"/>
              </a:ext>
            </a:extLst>
          </p:cNvPr>
          <p:cNvCxnSpPr>
            <a:cxnSpLocks/>
            <a:stCxn id="83" idx="1"/>
            <a:endCxn id="113" idx="1"/>
          </p:cNvCxnSpPr>
          <p:nvPr/>
        </p:nvCxnSpPr>
        <p:spPr>
          <a:xfrm rot="10800000">
            <a:off x="3047964" y="1298279"/>
            <a:ext cx="439308" cy="1461875"/>
          </a:xfrm>
          <a:prstGeom prst="bentConnector3">
            <a:avLst>
              <a:gd name="adj1" fmla="val 152036"/>
            </a:avLst>
          </a:prstGeom>
          <a:ln w="9525">
            <a:solidFill>
              <a:srgbClr val="941885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6173F33A-3607-8AE6-2C28-5FAC119A5D34}"/>
              </a:ext>
            </a:extLst>
          </p:cNvPr>
          <p:cNvCxnSpPr/>
          <p:nvPr/>
        </p:nvCxnSpPr>
        <p:spPr>
          <a:xfrm>
            <a:off x="3466395" y="5883419"/>
            <a:ext cx="548640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229FF082-9413-413E-7151-2813E7D50A88}"/>
              </a:ext>
            </a:extLst>
          </p:cNvPr>
          <p:cNvSpPr txBox="1"/>
          <p:nvPr/>
        </p:nvSpPr>
        <p:spPr>
          <a:xfrm>
            <a:off x="4061895" y="5747794"/>
            <a:ext cx="6078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folders</a:t>
            </a:r>
          </a:p>
        </p:txBody>
      </p: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833436DD-C959-573B-0BA5-D415A1584006}"/>
              </a:ext>
            </a:extLst>
          </p:cNvPr>
          <p:cNvCxnSpPr/>
          <p:nvPr/>
        </p:nvCxnSpPr>
        <p:spPr>
          <a:xfrm>
            <a:off x="4836609" y="5870323"/>
            <a:ext cx="548640" cy="0"/>
          </a:xfrm>
          <a:prstGeom prst="line">
            <a:avLst/>
          </a:prstGeom>
          <a:ln>
            <a:solidFill>
              <a:schemeClr val="bg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D5D9EB0E-873A-F9EF-36CC-6C1C777EA1AE}"/>
              </a:ext>
            </a:extLst>
          </p:cNvPr>
          <p:cNvSpPr txBox="1"/>
          <p:nvPr/>
        </p:nvSpPr>
        <p:spPr>
          <a:xfrm>
            <a:off x="5421668" y="5747794"/>
            <a:ext cx="43633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files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077B6B5-6D72-9922-1814-C54A991AD5EC}"/>
              </a:ext>
            </a:extLst>
          </p:cNvPr>
          <p:cNvSpPr txBox="1"/>
          <p:nvPr/>
        </p:nvSpPr>
        <p:spPr>
          <a:xfrm>
            <a:off x="2999204" y="413232"/>
            <a:ext cx="5195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Software framework</a:t>
            </a:r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1786D0BE-40EE-0B3F-5595-FC2B73A2B848}"/>
              </a:ext>
            </a:extLst>
          </p:cNvPr>
          <p:cNvCxnSpPr/>
          <p:nvPr/>
        </p:nvCxnSpPr>
        <p:spPr>
          <a:xfrm>
            <a:off x="6024861" y="5862461"/>
            <a:ext cx="548640" cy="0"/>
          </a:xfrm>
          <a:prstGeom prst="line">
            <a:avLst/>
          </a:prstGeom>
          <a:ln>
            <a:solidFill>
              <a:schemeClr val="bg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3B45CE09-059F-58D2-023C-9060F7D22677}"/>
              </a:ext>
            </a:extLst>
          </p:cNvPr>
          <p:cNvSpPr txBox="1"/>
          <p:nvPr/>
        </p:nvSpPr>
        <p:spPr>
          <a:xfrm>
            <a:off x="6609920" y="5739932"/>
            <a:ext cx="954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dependency</a:t>
            </a:r>
          </a:p>
        </p:txBody>
      </p:sp>
      <p:sp>
        <p:nvSpPr>
          <p:cNvPr id="133" name="Rectangle: Rounded Corners 132">
            <a:extLst>
              <a:ext uri="{FF2B5EF4-FFF2-40B4-BE49-F238E27FC236}">
                <a16:creationId xmlns:a16="http://schemas.microsoft.com/office/drawing/2014/main" id="{BC2604B9-44F2-35A5-EA55-53CB7CC4388C}"/>
              </a:ext>
            </a:extLst>
          </p:cNvPr>
          <p:cNvSpPr/>
          <p:nvPr/>
        </p:nvSpPr>
        <p:spPr>
          <a:xfrm>
            <a:off x="2370666" y="355831"/>
            <a:ext cx="6350001" cy="5685002"/>
          </a:xfrm>
          <a:prstGeom prst="roundRect">
            <a:avLst>
              <a:gd name="adj" fmla="val 7450"/>
            </a:avLst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98817F9A-A328-1A8E-3C83-55A978CD66AD}"/>
              </a:ext>
            </a:extLst>
          </p:cNvPr>
          <p:cNvCxnSpPr>
            <a:cxnSpLocks/>
            <a:stCxn id="7" idx="3"/>
            <a:endCxn id="32" idx="3"/>
          </p:cNvCxnSpPr>
          <p:nvPr/>
        </p:nvCxnSpPr>
        <p:spPr>
          <a:xfrm flipV="1">
            <a:off x="7553568" y="2760153"/>
            <a:ext cx="147507" cy="2244979"/>
          </a:xfrm>
          <a:prstGeom prst="bentConnector3">
            <a:avLst>
              <a:gd name="adj1" fmla="val 361565"/>
            </a:avLst>
          </a:prstGeom>
          <a:ln w="1905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7767D80-5061-7A7F-79ED-8B04F9A66528}"/>
              </a:ext>
            </a:extLst>
          </p:cNvPr>
          <p:cNvCxnSpPr>
            <a:cxnSpLocks/>
            <a:stCxn id="74" idx="0"/>
          </p:cNvCxnSpPr>
          <p:nvPr/>
        </p:nvCxnSpPr>
        <p:spPr>
          <a:xfrm rot="5400000" flipH="1" flipV="1">
            <a:off x="4463605" y="1066571"/>
            <a:ext cx="665041" cy="1453648"/>
          </a:xfrm>
          <a:prstGeom prst="bentConnector3">
            <a:avLst>
              <a:gd name="adj1" fmla="val 81107"/>
            </a:avLst>
          </a:prstGeom>
          <a:ln w="19050">
            <a:solidFill>
              <a:srgbClr val="79933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F997A440-ED48-5C90-227A-69BB3E151422}"/>
              </a:ext>
            </a:extLst>
          </p:cNvPr>
          <p:cNvCxnSpPr>
            <a:cxnSpLocks/>
          </p:cNvCxnSpPr>
          <p:nvPr/>
        </p:nvCxnSpPr>
        <p:spPr>
          <a:xfrm flipH="1">
            <a:off x="4642352" y="2341687"/>
            <a:ext cx="1912620" cy="0"/>
          </a:xfrm>
          <a:prstGeom prst="straightConnector1">
            <a:avLst/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454C48B-80EB-2DC4-72CF-6349976D9137}"/>
              </a:ext>
            </a:extLst>
          </p:cNvPr>
          <p:cNvCxnSpPr>
            <a:cxnSpLocks/>
            <a:stCxn id="32" idx="1"/>
          </p:cNvCxnSpPr>
          <p:nvPr/>
        </p:nvCxnSpPr>
        <p:spPr>
          <a:xfrm rot="10800000">
            <a:off x="5657944" y="1984101"/>
            <a:ext cx="897028" cy="776052"/>
          </a:xfrm>
          <a:prstGeom prst="bentConnector2">
            <a:avLst/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EBD36CAD-6BD3-695F-89F6-54D26452B47A}"/>
              </a:ext>
            </a:extLst>
          </p:cNvPr>
          <p:cNvCxnSpPr>
            <a:cxnSpLocks/>
            <a:stCxn id="33" idx="1"/>
          </p:cNvCxnSpPr>
          <p:nvPr/>
        </p:nvCxnSpPr>
        <p:spPr>
          <a:xfrm rot="10800000">
            <a:off x="5718270" y="1984101"/>
            <a:ext cx="836703" cy="306786"/>
          </a:xfrm>
          <a:prstGeom prst="bentConnector2">
            <a:avLst/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04636FE4-F5B4-71C0-DF33-5C685CC60459}"/>
              </a:ext>
            </a:extLst>
          </p:cNvPr>
          <p:cNvCxnSpPr>
            <a:cxnSpLocks/>
            <a:stCxn id="83" idx="3"/>
          </p:cNvCxnSpPr>
          <p:nvPr/>
        </p:nvCxnSpPr>
        <p:spPr>
          <a:xfrm flipV="1">
            <a:off x="4633375" y="1983872"/>
            <a:ext cx="895290" cy="776281"/>
          </a:xfrm>
          <a:prstGeom prst="bentConnector2">
            <a:avLst/>
          </a:prstGeom>
          <a:ln w="19050">
            <a:solidFill>
              <a:srgbClr val="79933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203D07C0-0601-6646-58E9-A37C941A8390}"/>
              </a:ext>
            </a:extLst>
          </p:cNvPr>
          <p:cNvCxnSpPr>
            <a:cxnSpLocks/>
            <a:stCxn id="32" idx="0"/>
            <a:endCxn id="33" idx="2"/>
          </p:cNvCxnSpPr>
          <p:nvPr/>
        </p:nvCxnSpPr>
        <p:spPr>
          <a:xfrm flipV="1">
            <a:off x="7128024" y="2455858"/>
            <a:ext cx="0" cy="139323"/>
          </a:xfrm>
          <a:prstGeom prst="straightConnector1">
            <a:avLst/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DE89256-5BB5-66C8-E482-5D1C905FB890}"/>
              </a:ext>
            </a:extLst>
          </p:cNvPr>
          <p:cNvCxnSpPr>
            <a:cxnSpLocks/>
            <a:stCxn id="33" idx="0"/>
          </p:cNvCxnSpPr>
          <p:nvPr/>
        </p:nvCxnSpPr>
        <p:spPr>
          <a:xfrm rot="16200000" flipV="1">
            <a:off x="6060465" y="1058355"/>
            <a:ext cx="665040" cy="1470079"/>
          </a:xfrm>
          <a:prstGeom prst="bentConnector3">
            <a:avLst>
              <a:gd name="adj1" fmla="val 81032"/>
            </a:avLst>
          </a:prstGeom>
          <a:ln w="19050">
            <a:solidFill>
              <a:srgbClr val="0106C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1885889"/>
      </p:ext>
    </p:extLst>
  </p:cSld>
  <p:clrMapOvr>
    <a:masterClrMapping/>
  </p:clrMapOvr>
</p:sld>
</file>

<file path=ppt/theme/theme1.xml><?xml version="1.0" encoding="utf-8"?>
<a:theme xmlns:a="http://schemas.openxmlformats.org/drawingml/2006/main" name="1_Thème Office">
  <a:themeElements>
    <a:clrScheme name="Personnalisé 2">
      <a:dk1>
        <a:srgbClr val="000000"/>
      </a:dk1>
      <a:lt1>
        <a:srgbClr val="FFFFFF"/>
      </a:lt1>
      <a:dk2>
        <a:srgbClr val="00ABA2"/>
      </a:dk2>
      <a:lt2>
        <a:srgbClr val="D8D8D8"/>
      </a:lt2>
      <a:accent1>
        <a:srgbClr val="00ABA2"/>
      </a:accent1>
      <a:accent2>
        <a:srgbClr val="F4D73F"/>
      </a:accent2>
      <a:accent3>
        <a:srgbClr val="ED5D42"/>
      </a:accent3>
      <a:accent4>
        <a:srgbClr val="712180"/>
      </a:accent4>
      <a:accent5>
        <a:srgbClr val="8EAADB"/>
      </a:accent5>
      <a:accent6>
        <a:srgbClr val="A0C145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</a:majorFont>
      <a:minorFont>
        <a:latin typeface="Arial" panose="020B06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FEMTO-ST_Template-2022-public-16-9_v2_dec2023(1)</Template>
  <TotalTime>1336</TotalTime>
  <Words>55</Words>
  <Application>Microsoft Office PowerPoint</Application>
  <PresentationFormat>Widescreen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1_Thème Office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Sandrine QUARROZ</dc:creator>
  <dc:description/>
  <cp:lastModifiedBy>He QiAn</cp:lastModifiedBy>
  <cp:revision>10</cp:revision>
  <dcterms:created xsi:type="dcterms:W3CDTF">2025-01-30T09:26:16Z</dcterms:created>
  <dcterms:modified xsi:type="dcterms:W3CDTF">2026-04-29T16:03:08Z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0x010100311E96338D5CC0459B028C481A9F05FF</vt:lpwstr>
  </property>
  <property fmtid="{D5CDD505-2E9C-101B-9397-08002B2CF9AE}" pid="3" name="PresentationFormat">
    <vt:lpwstr>Grand écran</vt:lpwstr>
  </property>
  <property fmtid="{D5CDD505-2E9C-101B-9397-08002B2CF9AE}" pid="4" name="Slides">
    <vt:r8>6</vt:r8>
  </property>
</Properties>
</file>