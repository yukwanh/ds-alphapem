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sldIdLst>
    <p:sldId id="262" r:id="rId2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9331"/>
    <a:srgbClr val="0106C7"/>
    <a:srgbClr val="941885"/>
    <a:srgbClr val="743DBD"/>
    <a:srgbClr val="29BD2D"/>
    <a:srgbClr val="C00000"/>
    <a:srgbClr val="010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105" d="100"/>
          <a:sy n="105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0_Conten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ftr" idx="1"/>
          </p:nvPr>
        </p:nvSpPr>
        <p:spPr>
          <a:xfrm>
            <a:off x="5039280" y="4453920"/>
            <a:ext cx="599076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770" b="0" strike="noStrike" spc="-1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770" b="0" strike="noStrike" spc="-1">
                <a:solidFill>
                  <a:schemeClr val="dk1">
                    <a:tint val="75000"/>
                  </a:schemeClr>
                </a:solidFill>
                <a:latin typeface="Arial"/>
              </a:rPr>
              <a:t>&lt;pied de page&gt;</a:t>
            </a:r>
            <a:endParaRPr lang="fr-FR" sz="77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ldNum" idx="2"/>
          </p:nvPr>
        </p:nvSpPr>
        <p:spPr>
          <a:xfrm>
            <a:off x="11391480" y="6306120"/>
            <a:ext cx="500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9DDBB0-DBD7-4DD3-9EC9-9688254BC873}" type="slidenum">
              <a:rPr lang="en-US" sz="900" b="1" strike="noStrike" spc="-1">
                <a:solidFill>
                  <a:schemeClr val="dk1">
                    <a:tint val="75000"/>
                  </a:schemeClr>
                </a:solidFill>
                <a:latin typeface="Arial"/>
              </a:rPr>
              <a:t>‹#›</a:t>
            </a:fld>
            <a:endParaRPr lang="fr-FR" sz="900" b="0" strike="noStrike" spc="-1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142" name="Straight Connector 30"/>
          <p:cNvCxnSpPr/>
          <p:nvPr/>
        </p:nvCxnSpPr>
        <p:spPr>
          <a:xfrm>
            <a:off x="556560" y="6190560"/>
            <a:ext cx="11319120" cy="360"/>
          </a:xfrm>
          <a:prstGeom prst="straightConnector1">
            <a:avLst/>
          </a:prstGeom>
          <a:ln>
            <a:solidFill>
              <a:srgbClr val="00ABA1"/>
            </a:solidFill>
          </a:ln>
        </p:spPr>
      </p:cxnSp>
      <p:sp>
        <p:nvSpPr>
          <p:cNvPr id="143" name="Freeform: Shape 18"/>
          <p:cNvSpPr/>
          <p:nvPr/>
        </p:nvSpPr>
        <p:spPr>
          <a:xfrm rot="5400000">
            <a:off x="307080" y="5657400"/>
            <a:ext cx="408600" cy="422280"/>
          </a:xfrm>
          <a:custGeom>
            <a:avLst/>
            <a:gdLst>
              <a:gd name="textAreaLeft" fmla="*/ 0 w 408600"/>
              <a:gd name="textAreaRight" fmla="*/ 408960 w 408600"/>
              <a:gd name="textAreaTop" fmla="*/ 0 h 422280"/>
              <a:gd name="textAreaBottom" fmla="*/ 422640 h 422280"/>
            </a:gdLst>
            <a:ahLst/>
            <a:cxnLst/>
            <a:rect l="textAreaLeft" t="textAreaTop" r="textAreaRight" b="textAreaBottom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rgbClr val="00AB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30" b="0" strike="noStrike" spc="-1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44" name="Image 2"/>
          <p:cNvPicPr/>
          <p:nvPr/>
        </p:nvPicPr>
        <p:blipFill>
          <a:blip r:embed="rId2"/>
          <a:stretch/>
        </p:blipFill>
        <p:spPr>
          <a:xfrm>
            <a:off x="10054800" y="8280"/>
            <a:ext cx="2147760" cy="211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42960" y="950040"/>
            <a:ext cx="888948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000" b="0" strike="noStrike" spc="-1">
                <a:solidFill>
                  <a:schemeClr val="dk1"/>
                </a:solidFill>
                <a:latin typeface="Arial"/>
              </a:rPr>
              <a:t>Cliquez pour modifier les styles du texte du masque</a:t>
            </a:r>
          </a:p>
          <a:p>
            <a:pPr lvl="1" indent="-10800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1000" b="0" strike="noStrike" spc="-1">
                <a:solidFill>
                  <a:schemeClr val="dk1"/>
                </a:solidFill>
                <a:latin typeface="Arial"/>
              </a:rPr>
              <a:t>Deuxième niveau</a:t>
            </a: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42960" y="-3265920"/>
            <a:ext cx="888948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ts val="1675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800" b="1" strike="noStrike" cap="all" spc="-1">
                <a:solidFill>
                  <a:schemeClr val="dk2"/>
                </a:solidFill>
                <a:latin typeface="Arial"/>
              </a:rPr>
              <a:t>Cliquez pour modifier les styles du texte du masque</a:t>
            </a: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47" name="Image 1"/>
          <p:cNvPicPr/>
          <p:nvPr/>
        </p:nvPicPr>
        <p:blipFill>
          <a:blip r:embed="rId3"/>
          <a:stretch/>
        </p:blipFill>
        <p:spPr>
          <a:xfrm>
            <a:off x="556560" y="6306120"/>
            <a:ext cx="897120" cy="34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chemeClr val="dk1"/>
                </a:solidFill>
                <a:latin typeface="Arial"/>
              </a:rPr>
              <a:t>Cliquez pour éditer le format du texte-titre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Introduction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body"/>
          </p:nvPr>
        </p:nvSpPr>
        <p:spPr>
          <a:xfrm>
            <a:off x="1564560" y="-1537200"/>
            <a:ext cx="391752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ts val="1675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800" b="1" strike="noStrike" cap="all" spc="-1">
                <a:solidFill>
                  <a:schemeClr val="dk2"/>
                </a:solidFill>
                <a:latin typeface="Arial"/>
              </a:rPr>
              <a:t>Cliquez pour modifier les styles du texte du masque</a:t>
            </a: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1564560" y="2637360"/>
            <a:ext cx="391752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ts val="1134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300" b="0" strike="noStrike" cap="all" spc="-1">
                <a:solidFill>
                  <a:schemeClr val="dk2"/>
                </a:solidFill>
                <a:latin typeface="Arial"/>
              </a:rPr>
              <a:t>Cliquez pour modifier les styles du texte du masque</a:t>
            </a:r>
            <a:endParaRPr lang="fr-FR" sz="13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8075880" y="287280"/>
            <a:ext cx="3816000" cy="55591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080" b="0" strike="noStrike" spc="-1">
                <a:solidFill>
                  <a:schemeClr val="dk1"/>
                </a:solidFill>
                <a:latin typeface="Arial"/>
              </a:rPr>
              <a:t>Cliquez sur l'icône pour ajouter une image</a:t>
            </a:r>
          </a:p>
        </p:txBody>
      </p:sp>
      <p:sp>
        <p:nvSpPr>
          <p:cNvPr id="152" name="Freeform: Shape 18"/>
          <p:cNvSpPr/>
          <p:nvPr/>
        </p:nvSpPr>
        <p:spPr>
          <a:xfrm>
            <a:off x="6122160" y="310320"/>
            <a:ext cx="427680" cy="408600"/>
          </a:xfrm>
          <a:custGeom>
            <a:avLst/>
            <a:gdLst>
              <a:gd name="textAreaLeft" fmla="*/ 0 w 427680"/>
              <a:gd name="textAreaRight" fmla="*/ 428040 w 427680"/>
              <a:gd name="textAreaTop" fmla="*/ 0 h 408600"/>
              <a:gd name="textAreaBottom" fmla="*/ 408960 h 408600"/>
            </a:gdLst>
            <a:ahLst/>
            <a:cxnLst/>
            <a:rect l="textAreaLeft" t="textAreaTop" r="textAreaRight" b="textAreaBottom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3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ftr" idx="3"/>
          </p:nvPr>
        </p:nvSpPr>
        <p:spPr>
          <a:xfrm>
            <a:off x="4964040" y="4453920"/>
            <a:ext cx="606564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770" b="0" strike="noStrike" spc="-1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770" b="0" strike="noStrike" spc="-1">
                <a:solidFill>
                  <a:schemeClr val="dk1">
                    <a:tint val="75000"/>
                  </a:schemeClr>
                </a:solidFill>
                <a:latin typeface="Arial"/>
              </a:rPr>
              <a:t>&lt;pied de page&gt;</a:t>
            </a:r>
            <a:endParaRPr lang="fr-FR" sz="770" b="0" strike="noStrike" spc="-1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154" name="Straight Connector 25"/>
          <p:cNvCxnSpPr/>
          <p:nvPr/>
        </p:nvCxnSpPr>
        <p:spPr>
          <a:xfrm>
            <a:off x="592560" y="6190560"/>
            <a:ext cx="11283120" cy="360"/>
          </a:xfrm>
          <a:prstGeom prst="straightConnector1">
            <a:avLst/>
          </a:prstGeom>
          <a:ln>
            <a:solidFill>
              <a:srgbClr val="00ABA1"/>
            </a:solidFill>
          </a:ln>
        </p:spPr>
      </p:cxnSp>
      <p:sp>
        <p:nvSpPr>
          <p:cNvPr id="155" name="PlaceHolder 5"/>
          <p:cNvSpPr>
            <a:spLocks noGrp="1"/>
          </p:cNvSpPr>
          <p:nvPr>
            <p:ph type="body"/>
          </p:nvPr>
        </p:nvSpPr>
        <p:spPr>
          <a:xfrm>
            <a:off x="1564560" y="3227040"/>
            <a:ext cx="391752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000" b="0" strike="noStrike" spc="-1">
                <a:solidFill>
                  <a:schemeClr val="dk1"/>
                </a:solidFill>
                <a:latin typeface="Arial"/>
              </a:rPr>
              <a:t>Cliquez pour modifier les styles du texte du masque</a:t>
            </a:r>
          </a:p>
          <a:p>
            <a:pPr lvl="1" indent="-10800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1000" b="0" strike="noStrike" spc="-1">
                <a:solidFill>
                  <a:schemeClr val="dk1"/>
                </a:solidFill>
                <a:latin typeface="Arial"/>
              </a:rPr>
              <a:t>Deuxième niveau</a:t>
            </a:r>
          </a:p>
        </p:txBody>
      </p:sp>
      <p:sp>
        <p:nvSpPr>
          <p:cNvPr id="156" name="PlaceHolder 6"/>
          <p:cNvSpPr>
            <a:spLocks noGrp="1"/>
          </p:cNvSpPr>
          <p:nvPr>
            <p:ph type="sldNum" idx="4"/>
          </p:nvPr>
        </p:nvSpPr>
        <p:spPr>
          <a:xfrm>
            <a:off x="11385360" y="6306120"/>
            <a:ext cx="506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559424-F05A-4D22-A4D0-C61EF4AAB53D}" type="slidenum">
              <a:rPr lang="en-US" sz="900" b="1" strike="noStrike" spc="-1">
                <a:solidFill>
                  <a:schemeClr val="dk1">
                    <a:tint val="75000"/>
                  </a:schemeClr>
                </a:solidFill>
                <a:latin typeface="Arial"/>
              </a:rPr>
              <a:t>‹#›</a:t>
            </a:fld>
            <a:endParaRPr lang="fr-FR" sz="9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7" name="Image 1"/>
          <p:cNvPicPr/>
          <p:nvPr/>
        </p:nvPicPr>
        <p:blipFill>
          <a:blip r:embed="rId2"/>
          <a:stretch/>
        </p:blipFill>
        <p:spPr>
          <a:xfrm>
            <a:off x="592560" y="6306120"/>
            <a:ext cx="897120" cy="34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PlaceHolder 7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chemeClr val="dk1"/>
                </a:solidFill>
                <a:latin typeface="Arial"/>
              </a:rPr>
              <a:t>Cliquez pour éditer le format du texte-titre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Conten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: Shape 18"/>
          <p:cNvSpPr/>
          <p:nvPr/>
        </p:nvSpPr>
        <p:spPr>
          <a:xfrm rot="16200000">
            <a:off x="9511200" y="-253080"/>
            <a:ext cx="468720" cy="977040"/>
          </a:xfrm>
          <a:custGeom>
            <a:avLst/>
            <a:gdLst>
              <a:gd name="textAreaLeft" fmla="*/ 0 w 468720"/>
              <a:gd name="textAreaRight" fmla="*/ 469080 w 468720"/>
              <a:gd name="textAreaTop" fmla="*/ 0 h 977040"/>
              <a:gd name="textAreaBottom" fmla="*/ 977400 h 977040"/>
            </a:gdLst>
            <a:ahLst/>
            <a:cxnLst/>
            <a:rect l="textAreaLeft" t="textAreaTop" r="textAreaRight" b="textAreaBottom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330" b="0" strike="noStrike" spc="-1">
                <a:solidFill>
                  <a:schemeClr val="lt1"/>
                </a:solidFill>
                <a:latin typeface="Arial"/>
              </a:rPr>
              <a:t>  </a:t>
            </a:r>
            <a:endParaRPr lang="fr-FR" sz="33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ftr" idx="5"/>
          </p:nvPr>
        </p:nvSpPr>
        <p:spPr>
          <a:xfrm>
            <a:off x="4964040" y="4453920"/>
            <a:ext cx="606564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770" b="0" strike="noStrike" spc="-1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770" b="0" strike="noStrike" spc="-1">
                <a:solidFill>
                  <a:schemeClr val="dk1">
                    <a:tint val="75000"/>
                  </a:schemeClr>
                </a:solidFill>
                <a:latin typeface="Arial"/>
              </a:rPr>
              <a:t>&lt;pied de page&gt;</a:t>
            </a:r>
            <a:endParaRPr lang="fr-FR" sz="770" b="0" strike="noStrike" spc="-1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161" name="Straight Connector 30"/>
          <p:cNvCxnSpPr/>
          <p:nvPr/>
        </p:nvCxnSpPr>
        <p:spPr>
          <a:xfrm>
            <a:off x="642600" y="6190560"/>
            <a:ext cx="11233080" cy="360"/>
          </a:xfrm>
          <a:prstGeom prst="straightConnector1">
            <a:avLst/>
          </a:prstGeom>
          <a:ln>
            <a:solidFill>
              <a:srgbClr val="00ABA1"/>
            </a:solidFill>
          </a:ln>
        </p:spPr>
      </p:cxnSp>
      <p:sp>
        <p:nvSpPr>
          <p:cNvPr id="162" name="object 9"/>
          <p:cNvSpPr/>
          <p:nvPr/>
        </p:nvSpPr>
        <p:spPr>
          <a:xfrm>
            <a:off x="0" y="159480"/>
            <a:ext cx="496080" cy="946800"/>
          </a:xfrm>
          <a:custGeom>
            <a:avLst/>
            <a:gdLst>
              <a:gd name="textAreaLeft" fmla="*/ 0 w 496080"/>
              <a:gd name="textAreaRight" fmla="*/ 496440 w 496080"/>
              <a:gd name="textAreaTop" fmla="*/ 0 h 946800"/>
              <a:gd name="textAreaBottom" fmla="*/ 947160 h 946800"/>
            </a:gdLst>
            <a:ahLst/>
            <a:cxnLst/>
            <a:rect l="textAreaLeft" t="textAreaTop" r="textAreaRight" b="textAreaBottom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33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3" name="Freeform: Shape 18"/>
          <p:cNvSpPr/>
          <p:nvPr/>
        </p:nvSpPr>
        <p:spPr>
          <a:xfrm>
            <a:off x="11464200" y="5520240"/>
            <a:ext cx="427680" cy="408600"/>
          </a:xfrm>
          <a:custGeom>
            <a:avLst/>
            <a:gdLst>
              <a:gd name="textAreaLeft" fmla="*/ 0 w 427680"/>
              <a:gd name="textAreaRight" fmla="*/ 428040 w 427680"/>
              <a:gd name="textAreaTop" fmla="*/ 0 h 408600"/>
              <a:gd name="textAreaBottom" fmla="*/ 408960 h 408600"/>
            </a:gdLst>
            <a:ahLst/>
            <a:cxnLst/>
            <a:rect l="textAreaLeft" t="textAreaTop" r="textAreaRight" b="textAreaBottom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3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ldNum" idx="6"/>
          </p:nvPr>
        </p:nvSpPr>
        <p:spPr>
          <a:xfrm>
            <a:off x="11385360" y="6306120"/>
            <a:ext cx="506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B4206F-7B01-4CF9-A412-3602AB0691AA}" type="slidenum">
              <a:rPr lang="en-US" sz="900" b="1" strike="noStrike" spc="-1">
                <a:solidFill>
                  <a:schemeClr val="dk1">
                    <a:tint val="75000"/>
                  </a:schemeClr>
                </a:solidFill>
                <a:latin typeface="Arial"/>
              </a:rPr>
              <a:t>‹#›</a:t>
            </a:fld>
            <a:endParaRPr lang="fr-FR" sz="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642960" y="950040"/>
            <a:ext cx="888948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000" b="0" strike="noStrike" spc="-1">
                <a:solidFill>
                  <a:schemeClr val="dk1"/>
                </a:solidFill>
                <a:latin typeface="Arial"/>
              </a:rPr>
              <a:t>Cliquez pour modifier les styles du texte du masque</a:t>
            </a:r>
          </a:p>
          <a:p>
            <a:pPr lvl="1" indent="-10800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1000" b="0" strike="noStrike" spc="-1">
                <a:solidFill>
                  <a:schemeClr val="dk1"/>
                </a:solidFill>
                <a:latin typeface="Arial"/>
              </a:rPr>
              <a:t>Deuxième niveau</a:t>
            </a: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642960" y="-3265920"/>
            <a:ext cx="888948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ts val="1675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420" b="1" strike="noStrike" cap="all" spc="-1">
                <a:solidFill>
                  <a:schemeClr val="dk2"/>
                </a:solidFill>
                <a:latin typeface="Arial"/>
              </a:rPr>
              <a:t>Cliquez pour modifier les styles du texte du masque</a:t>
            </a:r>
            <a:endParaRPr lang="fr-FR" sz="142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67" name="Image 1"/>
          <p:cNvPicPr/>
          <p:nvPr/>
        </p:nvPicPr>
        <p:blipFill>
          <a:blip r:embed="rId2"/>
          <a:stretch/>
        </p:blipFill>
        <p:spPr>
          <a:xfrm>
            <a:off x="558360" y="6333120"/>
            <a:ext cx="897120" cy="34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chemeClr val="dk1"/>
                </a:solidFill>
                <a:latin typeface="Arial"/>
              </a:rPr>
              <a:t>Cliquez pour éditer le format du texte-titre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Conten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ftr" idx="7"/>
          </p:nvPr>
        </p:nvSpPr>
        <p:spPr>
          <a:xfrm>
            <a:off x="4964040" y="4453920"/>
            <a:ext cx="606564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770" b="0" strike="noStrike" spc="-1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770" b="0" strike="noStrike" spc="-1">
                <a:solidFill>
                  <a:schemeClr val="dk1">
                    <a:tint val="75000"/>
                  </a:schemeClr>
                </a:solidFill>
                <a:latin typeface="Arial"/>
              </a:rPr>
              <a:t>&lt;pied de page&gt;</a:t>
            </a:r>
            <a:endParaRPr lang="fr-FR" sz="770" b="0" strike="noStrike" spc="-1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170" name="Straight Connector 30"/>
          <p:cNvCxnSpPr/>
          <p:nvPr/>
        </p:nvCxnSpPr>
        <p:spPr>
          <a:xfrm>
            <a:off x="548280" y="6190560"/>
            <a:ext cx="11327400" cy="360"/>
          </a:xfrm>
          <a:prstGeom prst="straightConnector1">
            <a:avLst/>
          </a:prstGeom>
          <a:ln>
            <a:solidFill>
              <a:srgbClr val="00ABA1"/>
            </a:solidFill>
          </a:ln>
        </p:spPr>
      </p:cxn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42960" y="950040"/>
            <a:ext cx="888948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000" b="0" strike="noStrike" spc="-1">
                <a:solidFill>
                  <a:schemeClr val="dk1"/>
                </a:solidFill>
                <a:latin typeface="Arial"/>
              </a:rPr>
              <a:t>Cliquez pour modifier les styles du texte du masque</a:t>
            </a:r>
          </a:p>
          <a:p>
            <a:pPr lvl="1" indent="-10800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1000" b="0" strike="noStrike" spc="-1">
                <a:solidFill>
                  <a:schemeClr val="dk1"/>
                </a:solidFill>
                <a:latin typeface="Arial"/>
              </a:rPr>
              <a:t>Deuxième niveau</a:t>
            </a:r>
          </a:p>
        </p:txBody>
      </p:sp>
      <p:pic>
        <p:nvPicPr>
          <p:cNvPr id="172" name="Image 2"/>
          <p:cNvPicPr/>
          <p:nvPr/>
        </p:nvPicPr>
        <p:blipFill>
          <a:blip r:embed="rId2"/>
          <a:stretch/>
        </p:blipFill>
        <p:spPr>
          <a:xfrm flipH="1">
            <a:off x="8563680" y="2341440"/>
            <a:ext cx="3960000" cy="38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642960" y="-3265920"/>
            <a:ext cx="888948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ts val="1675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420" b="1" strike="noStrike" cap="all" spc="-1">
                <a:solidFill>
                  <a:schemeClr val="dk2"/>
                </a:solidFill>
                <a:latin typeface="Arial"/>
              </a:rPr>
              <a:t>Cliquez pour modifier les styles du texte du masque</a:t>
            </a:r>
            <a:endParaRPr lang="fr-FR" sz="142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sldNum" idx="8"/>
          </p:nvPr>
        </p:nvSpPr>
        <p:spPr>
          <a:xfrm>
            <a:off x="11385360" y="6306120"/>
            <a:ext cx="506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7CCA6E-AF89-4A27-94C1-8ACF0B1B53F7}" type="slidenum">
              <a:rPr lang="en-US" sz="900" b="1" strike="noStrike" spc="-1">
                <a:solidFill>
                  <a:schemeClr val="dk1">
                    <a:tint val="75000"/>
                  </a:schemeClr>
                </a:solidFill>
                <a:latin typeface="Arial"/>
              </a:rPr>
              <a:t>‹#›</a:t>
            </a:fld>
            <a:endParaRPr lang="fr-FR" sz="9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75" name="Image 1"/>
          <p:cNvPicPr/>
          <p:nvPr/>
        </p:nvPicPr>
        <p:blipFill>
          <a:blip r:embed="rId3"/>
          <a:stretch/>
        </p:blipFill>
        <p:spPr>
          <a:xfrm>
            <a:off x="548280" y="6314400"/>
            <a:ext cx="897120" cy="34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chemeClr val="dk1"/>
                </a:solidFill>
                <a:latin typeface="Arial"/>
              </a:rPr>
              <a:t>Cliquez pour éditer le format du texte-titre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Conten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Freeform: Shape 18"/>
          <p:cNvSpPr/>
          <p:nvPr/>
        </p:nvSpPr>
        <p:spPr>
          <a:xfrm rot="16200000">
            <a:off x="9511200" y="-253080"/>
            <a:ext cx="468720" cy="976680"/>
          </a:xfrm>
          <a:custGeom>
            <a:avLst/>
            <a:gdLst>
              <a:gd name="textAreaLeft" fmla="*/ 0 w 468720"/>
              <a:gd name="textAreaRight" fmla="*/ 469080 w 468720"/>
              <a:gd name="textAreaTop" fmla="*/ 0 h 976680"/>
              <a:gd name="textAreaBottom" fmla="*/ 977040 h 976680"/>
            </a:gdLst>
            <a:ahLst/>
            <a:cxnLst/>
            <a:rect l="textAreaLeft" t="textAreaTop" r="textAreaRight" b="textAreaBottom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330" b="0" strike="noStrike" spc="-1">
                <a:solidFill>
                  <a:schemeClr val="lt1"/>
                </a:solidFill>
                <a:latin typeface="Arial"/>
              </a:rPr>
              <a:t>  </a:t>
            </a:r>
            <a:endParaRPr lang="fr-FR" sz="33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ftr" idx="9"/>
          </p:nvPr>
        </p:nvSpPr>
        <p:spPr>
          <a:xfrm>
            <a:off x="4965840" y="4453920"/>
            <a:ext cx="606384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770" b="0" strike="noStrike" spc="-1">
                <a:solidFill>
                  <a:schemeClr val="lt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770" b="0" strike="noStrike" spc="-1">
                <a:solidFill>
                  <a:schemeClr val="lt1">
                    <a:tint val="75000"/>
                  </a:schemeClr>
                </a:solidFill>
                <a:latin typeface="Arial"/>
              </a:rPr>
              <a:t>&lt;pied de page&gt;</a:t>
            </a:r>
            <a:endParaRPr lang="fr-FR" sz="77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0"/>
          </p:nvPr>
        </p:nvSpPr>
        <p:spPr>
          <a:xfrm>
            <a:off x="11385360" y="6306120"/>
            <a:ext cx="506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lt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28D4BE-5E4E-4479-A211-E9AE77EF53F1}" type="slidenum">
              <a:rPr lang="en-US" sz="900" b="1" strike="noStrike" spc="-1">
                <a:solidFill>
                  <a:schemeClr val="lt1">
                    <a:tint val="75000"/>
                  </a:schemeClr>
                </a:solidFill>
                <a:latin typeface="Arial"/>
              </a:rPr>
              <a:t>‹#›</a:t>
            </a:fld>
            <a:endParaRPr lang="fr-FR" sz="900" b="0" strike="noStrike" spc="-1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80" name="Straight Connector 30"/>
          <p:cNvCxnSpPr/>
          <p:nvPr/>
        </p:nvCxnSpPr>
        <p:spPr>
          <a:xfrm>
            <a:off x="556560" y="6190560"/>
            <a:ext cx="11319120" cy="360"/>
          </a:xfrm>
          <a:prstGeom prst="straightConnector1">
            <a:avLst/>
          </a:prstGeom>
          <a:ln>
            <a:solidFill>
              <a:srgbClr val="FFFFFF"/>
            </a:solidFill>
          </a:ln>
        </p:spPr>
      </p:cxnSp>
      <p:sp>
        <p:nvSpPr>
          <p:cNvPr id="181" name="Freeform: Shape 18"/>
          <p:cNvSpPr/>
          <p:nvPr/>
        </p:nvSpPr>
        <p:spPr>
          <a:xfrm>
            <a:off x="11464200" y="5479920"/>
            <a:ext cx="427680" cy="408600"/>
          </a:xfrm>
          <a:custGeom>
            <a:avLst/>
            <a:gdLst>
              <a:gd name="textAreaLeft" fmla="*/ 0 w 427680"/>
              <a:gd name="textAreaRight" fmla="*/ 428040 w 427680"/>
              <a:gd name="textAreaTop" fmla="*/ 0 h 408600"/>
              <a:gd name="textAreaBottom" fmla="*/ 408960 h 408600"/>
            </a:gdLst>
            <a:ahLst/>
            <a:cxnLst/>
            <a:rect l="textAreaLeft" t="textAreaTop" r="textAreaRight" b="textAreaBottom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30" b="0" strike="noStrike" spc="-1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82" name="Image 11"/>
          <p:cNvPicPr/>
          <p:nvPr/>
        </p:nvPicPr>
        <p:blipFill>
          <a:blip r:embed="rId2"/>
          <a:srcRect b="-22878"/>
          <a:stretch/>
        </p:blipFill>
        <p:spPr>
          <a:xfrm>
            <a:off x="556560" y="6305760"/>
            <a:ext cx="939600" cy="4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Image 9"/>
          <p:cNvPicPr/>
          <p:nvPr/>
        </p:nvPicPr>
        <p:blipFill>
          <a:blip r:embed="rId3"/>
          <a:stretch/>
        </p:blipFill>
        <p:spPr>
          <a:xfrm rot="5400000">
            <a:off x="9050400" y="3048840"/>
            <a:ext cx="3249720" cy="303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670320" y="-3297960"/>
            <a:ext cx="888696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ts val="1675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800" b="1" strike="noStrike" cap="all" spc="-1">
                <a:solidFill>
                  <a:schemeClr val="lt1"/>
                </a:solidFill>
                <a:latin typeface="Arial"/>
              </a:rPr>
              <a:t>Cliquez pour modifier les styles du texte du masque</a:t>
            </a:r>
            <a:endParaRPr lang="fr-FR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body"/>
          </p:nvPr>
        </p:nvSpPr>
        <p:spPr>
          <a:xfrm>
            <a:off x="670320" y="1200600"/>
            <a:ext cx="8886960" cy="406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fr-FR" sz="1000" b="0" strike="noStrike" spc="-1">
                <a:solidFill>
                  <a:schemeClr val="lt1"/>
                </a:solidFill>
                <a:latin typeface="Arial"/>
              </a:rPr>
              <a:t>Cliquez pour modifier les styles du texte du masque</a:t>
            </a:r>
          </a:p>
          <a:p>
            <a:pPr lvl="1" indent="-10800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fr-FR" sz="1000" b="0" strike="noStrike" spc="-1">
                <a:solidFill>
                  <a:schemeClr val="lt1"/>
                </a:solidFill>
                <a:latin typeface="Arial"/>
              </a:rPr>
              <a:t>Deuxième niveau</a:t>
            </a:r>
          </a:p>
        </p:txBody>
      </p:sp>
      <p:grpSp>
        <p:nvGrpSpPr>
          <p:cNvPr id="186" name="Groupe 156"/>
          <p:cNvGrpSpPr/>
          <p:nvPr/>
        </p:nvGrpSpPr>
        <p:grpSpPr>
          <a:xfrm>
            <a:off x="21240" y="4869720"/>
            <a:ext cx="521280" cy="899280"/>
            <a:chOff x="21240" y="4869720"/>
            <a:chExt cx="521280" cy="899280"/>
          </a:xfrm>
        </p:grpSpPr>
        <p:sp>
          <p:nvSpPr>
            <p:cNvPr id="187" name="object 23"/>
            <p:cNvSpPr/>
            <p:nvPr/>
          </p:nvSpPr>
          <p:spPr>
            <a:xfrm rot="16200000">
              <a:off x="21600" y="5748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19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88" name="object 24"/>
            <p:cNvSpPr/>
            <p:nvPr/>
          </p:nvSpPr>
          <p:spPr>
            <a:xfrm rot="16200000">
              <a:off x="21600" y="5696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89" name="object 25"/>
            <p:cNvSpPr/>
            <p:nvPr/>
          </p:nvSpPr>
          <p:spPr>
            <a:xfrm rot="16200000">
              <a:off x="21600" y="56448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90" name="object 26"/>
            <p:cNvSpPr/>
            <p:nvPr/>
          </p:nvSpPr>
          <p:spPr>
            <a:xfrm rot="16200000">
              <a:off x="21600" y="5593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91" name="object 27"/>
            <p:cNvSpPr/>
            <p:nvPr/>
          </p:nvSpPr>
          <p:spPr>
            <a:xfrm rot="16200000">
              <a:off x="28080" y="5548680"/>
              <a:ext cx="6120" cy="2016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6350" h="19684">
                  <a:moveTo>
                    <a:pt x="574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3639" y="19288"/>
                  </a:lnTo>
                  <a:lnTo>
                    <a:pt x="3963" y="14412"/>
                  </a:lnTo>
                  <a:lnTo>
                    <a:pt x="5143" y="3810"/>
                  </a:lnTo>
                  <a:lnTo>
                    <a:pt x="574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92" name="object 28"/>
            <p:cNvSpPr/>
            <p:nvPr/>
          </p:nvSpPr>
          <p:spPr>
            <a:xfrm rot="16200000">
              <a:off x="28080" y="5068440"/>
              <a:ext cx="6120" cy="2016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6350" h="19684">
                  <a:moveTo>
                    <a:pt x="1207" y="0"/>
                  </a:moveTo>
                  <a:lnTo>
                    <a:pt x="0" y="0"/>
                  </a:lnTo>
                  <a:lnTo>
                    <a:pt x="611" y="3923"/>
                  </a:lnTo>
                  <a:lnTo>
                    <a:pt x="1789" y="14559"/>
                  </a:lnTo>
                  <a:lnTo>
                    <a:pt x="2101" y="19276"/>
                  </a:lnTo>
                  <a:lnTo>
                    <a:pt x="5728" y="15659"/>
                  </a:lnTo>
                  <a:lnTo>
                    <a:pt x="5728" y="4508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93" name="object 29"/>
            <p:cNvSpPr/>
            <p:nvPr/>
          </p:nvSpPr>
          <p:spPr>
            <a:xfrm rot="16200000">
              <a:off x="21600" y="502416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94" name="object 30"/>
            <p:cNvSpPr/>
            <p:nvPr/>
          </p:nvSpPr>
          <p:spPr>
            <a:xfrm rot="16200000">
              <a:off x="21600" y="4972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95" name="object 31"/>
            <p:cNvSpPr/>
            <p:nvPr/>
          </p:nvSpPr>
          <p:spPr>
            <a:xfrm rot="16200000">
              <a:off x="21600" y="4920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96" name="object 32"/>
            <p:cNvSpPr/>
            <p:nvPr/>
          </p:nvSpPr>
          <p:spPr>
            <a:xfrm rot="16200000">
              <a:off x="21600" y="48690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97" name="object 33"/>
            <p:cNvSpPr/>
            <p:nvPr/>
          </p:nvSpPr>
          <p:spPr>
            <a:xfrm rot="16200000">
              <a:off x="71640" y="5748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98" name="object 34"/>
            <p:cNvSpPr/>
            <p:nvPr/>
          </p:nvSpPr>
          <p:spPr>
            <a:xfrm rot="16200000">
              <a:off x="71640" y="5696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99" name="object 35"/>
            <p:cNvSpPr/>
            <p:nvPr/>
          </p:nvSpPr>
          <p:spPr>
            <a:xfrm rot="16200000">
              <a:off x="71640" y="56448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00" name="object 36"/>
            <p:cNvSpPr/>
            <p:nvPr/>
          </p:nvSpPr>
          <p:spPr>
            <a:xfrm rot="16200000">
              <a:off x="71640" y="5593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01" name="object 37"/>
            <p:cNvSpPr/>
            <p:nvPr/>
          </p:nvSpPr>
          <p:spPr>
            <a:xfrm rot="16200000">
              <a:off x="78840" y="5548320"/>
              <a:ext cx="6120" cy="2088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6350" h="20319">
                  <a:moveTo>
                    <a:pt x="4239" y="0"/>
                  </a:moveTo>
                  <a:lnTo>
                    <a:pt x="0" y="4228"/>
                  </a:lnTo>
                  <a:lnTo>
                    <a:pt x="0" y="15378"/>
                  </a:lnTo>
                  <a:lnTo>
                    <a:pt x="4521" y="19887"/>
                  </a:lnTo>
                  <a:lnTo>
                    <a:pt x="6244" y="19887"/>
                  </a:lnTo>
                  <a:lnTo>
                    <a:pt x="423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02" name="object 38"/>
            <p:cNvSpPr/>
            <p:nvPr/>
          </p:nvSpPr>
          <p:spPr>
            <a:xfrm rot="16200000">
              <a:off x="78840" y="5068800"/>
              <a:ext cx="6120" cy="2088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6350" h="20319">
                  <a:moveTo>
                    <a:pt x="2003" y="0"/>
                  </a:moveTo>
                  <a:lnTo>
                    <a:pt x="0" y="19870"/>
                  </a:lnTo>
                  <a:lnTo>
                    <a:pt x="1704" y="19870"/>
                  </a:lnTo>
                  <a:lnTo>
                    <a:pt x="6226" y="15361"/>
                  </a:lnTo>
                  <a:lnTo>
                    <a:pt x="6226" y="4211"/>
                  </a:lnTo>
                  <a:lnTo>
                    <a:pt x="2003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03" name="object 39"/>
            <p:cNvSpPr/>
            <p:nvPr/>
          </p:nvSpPr>
          <p:spPr>
            <a:xfrm rot="16200000">
              <a:off x="71640" y="502416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04" name="object 40"/>
            <p:cNvSpPr/>
            <p:nvPr/>
          </p:nvSpPr>
          <p:spPr>
            <a:xfrm rot="16200000">
              <a:off x="71640" y="4972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05" name="object 41"/>
            <p:cNvSpPr/>
            <p:nvPr/>
          </p:nvSpPr>
          <p:spPr>
            <a:xfrm rot="16200000">
              <a:off x="71640" y="4920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06" name="object 42"/>
            <p:cNvSpPr/>
            <p:nvPr/>
          </p:nvSpPr>
          <p:spPr>
            <a:xfrm rot="16200000">
              <a:off x="71640" y="48690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07" name="object 43"/>
            <p:cNvSpPr/>
            <p:nvPr/>
          </p:nvSpPr>
          <p:spPr>
            <a:xfrm rot="16200000">
              <a:off x="121680" y="5748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08" name="object 44"/>
            <p:cNvSpPr/>
            <p:nvPr/>
          </p:nvSpPr>
          <p:spPr>
            <a:xfrm rot="16200000">
              <a:off x="121680" y="5696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09" name="object 45"/>
            <p:cNvSpPr/>
            <p:nvPr/>
          </p:nvSpPr>
          <p:spPr>
            <a:xfrm rot="16200000">
              <a:off x="121680" y="56448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10" name="object 46"/>
            <p:cNvSpPr/>
            <p:nvPr/>
          </p:nvSpPr>
          <p:spPr>
            <a:xfrm rot="16200000">
              <a:off x="121680" y="5593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11" name="object 47"/>
            <p:cNvSpPr/>
            <p:nvPr/>
          </p:nvSpPr>
          <p:spPr>
            <a:xfrm rot="16200000">
              <a:off x="123120" y="5542920"/>
              <a:ext cx="17280" cy="2088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17779" h="20319">
                  <a:moveTo>
                    <a:pt x="114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203" y="18627"/>
                  </a:lnTo>
                  <a:lnTo>
                    <a:pt x="1142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12" name="object 48"/>
            <p:cNvSpPr/>
            <p:nvPr/>
          </p:nvSpPr>
          <p:spPr>
            <a:xfrm rot="16200000">
              <a:off x="123120" y="5074200"/>
              <a:ext cx="17280" cy="2088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17779" h="20319">
                  <a:moveTo>
                    <a:pt x="12669" y="0"/>
                  </a:moveTo>
                  <a:lnTo>
                    <a:pt x="5786" y="0"/>
                  </a:lnTo>
                  <a:lnTo>
                    <a:pt x="0" y="18640"/>
                  </a:lnTo>
                  <a:lnTo>
                    <a:pt x="1531" y="20167"/>
                  </a:lnTo>
                  <a:lnTo>
                    <a:pt x="12669" y="20167"/>
                  </a:lnTo>
                  <a:lnTo>
                    <a:pt x="17190" y="15659"/>
                  </a:lnTo>
                  <a:lnTo>
                    <a:pt x="17190" y="4508"/>
                  </a:lnTo>
                  <a:lnTo>
                    <a:pt x="1266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13" name="object 49"/>
            <p:cNvSpPr/>
            <p:nvPr/>
          </p:nvSpPr>
          <p:spPr>
            <a:xfrm rot="16200000">
              <a:off x="121680" y="502416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14" name="object 50"/>
            <p:cNvSpPr/>
            <p:nvPr/>
          </p:nvSpPr>
          <p:spPr>
            <a:xfrm rot="16200000">
              <a:off x="121680" y="4972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15" name="object 51"/>
            <p:cNvSpPr/>
            <p:nvPr/>
          </p:nvSpPr>
          <p:spPr>
            <a:xfrm rot="16200000">
              <a:off x="121680" y="4920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16" name="object 52"/>
            <p:cNvSpPr/>
            <p:nvPr/>
          </p:nvSpPr>
          <p:spPr>
            <a:xfrm rot="16200000">
              <a:off x="121680" y="48690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17" name="object 53"/>
            <p:cNvSpPr/>
            <p:nvPr/>
          </p:nvSpPr>
          <p:spPr>
            <a:xfrm rot="16200000">
              <a:off x="171720" y="5748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7851"/>
                  </a:lnTo>
                  <a:lnTo>
                    <a:pt x="2699" y="18351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18" name="object 54"/>
            <p:cNvSpPr/>
            <p:nvPr/>
          </p:nvSpPr>
          <p:spPr>
            <a:xfrm rot="16200000">
              <a:off x="171720" y="5696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19" name="object 55"/>
            <p:cNvSpPr/>
            <p:nvPr/>
          </p:nvSpPr>
          <p:spPr>
            <a:xfrm rot="16200000">
              <a:off x="171720" y="56448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20" name="object 56"/>
            <p:cNvSpPr/>
            <p:nvPr/>
          </p:nvSpPr>
          <p:spPr>
            <a:xfrm rot="16200000">
              <a:off x="171720" y="5593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21" name="object 57"/>
            <p:cNvSpPr/>
            <p:nvPr/>
          </p:nvSpPr>
          <p:spPr>
            <a:xfrm rot="16200000">
              <a:off x="171720" y="5541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22" name="object 58"/>
            <p:cNvSpPr/>
            <p:nvPr/>
          </p:nvSpPr>
          <p:spPr>
            <a:xfrm rot="16200000">
              <a:off x="171720" y="5075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23" name="object 59"/>
            <p:cNvSpPr/>
            <p:nvPr/>
          </p:nvSpPr>
          <p:spPr>
            <a:xfrm rot="16200000">
              <a:off x="171720" y="502416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24" name="object 60"/>
            <p:cNvSpPr/>
            <p:nvPr/>
          </p:nvSpPr>
          <p:spPr>
            <a:xfrm rot="16200000">
              <a:off x="171720" y="4972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25" name="object 61"/>
            <p:cNvSpPr/>
            <p:nvPr/>
          </p:nvSpPr>
          <p:spPr>
            <a:xfrm rot="16200000">
              <a:off x="171720" y="4920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26" name="object 62"/>
            <p:cNvSpPr/>
            <p:nvPr/>
          </p:nvSpPr>
          <p:spPr>
            <a:xfrm rot="16200000">
              <a:off x="171720" y="48690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471" y="18359"/>
                  </a:lnTo>
                  <a:lnTo>
                    <a:pt x="20180" y="7826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27" name="object 63"/>
            <p:cNvSpPr/>
            <p:nvPr/>
          </p:nvSpPr>
          <p:spPr>
            <a:xfrm rot="16200000">
              <a:off x="226440" y="5743440"/>
              <a:ext cx="7920" cy="18360"/>
            </a:xfrm>
            <a:custGeom>
              <a:avLst/>
              <a:gdLst>
                <a:gd name="textAreaLeft" fmla="*/ 0 w 7920"/>
                <a:gd name="textAreaRight" fmla="*/ 8280 w 792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8254" h="17779">
                  <a:moveTo>
                    <a:pt x="3497" y="0"/>
                  </a:moveTo>
                  <a:lnTo>
                    <a:pt x="0" y="0"/>
                  </a:lnTo>
                  <a:lnTo>
                    <a:pt x="6343" y="17330"/>
                  </a:lnTo>
                  <a:lnTo>
                    <a:pt x="8019" y="15659"/>
                  </a:lnTo>
                  <a:lnTo>
                    <a:pt x="8019" y="4508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28" name="object 64"/>
            <p:cNvSpPr/>
            <p:nvPr/>
          </p:nvSpPr>
          <p:spPr>
            <a:xfrm rot="16200000">
              <a:off x="221760" y="5696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29" name="object 65"/>
            <p:cNvSpPr/>
            <p:nvPr/>
          </p:nvSpPr>
          <p:spPr>
            <a:xfrm rot="16200000">
              <a:off x="221760" y="56448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30" name="object 66"/>
            <p:cNvSpPr/>
            <p:nvPr/>
          </p:nvSpPr>
          <p:spPr>
            <a:xfrm rot="16200000">
              <a:off x="221760" y="5593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31" name="object 67"/>
            <p:cNvSpPr/>
            <p:nvPr/>
          </p:nvSpPr>
          <p:spPr>
            <a:xfrm rot="16200000">
              <a:off x="221760" y="5541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32" name="object 68"/>
            <p:cNvSpPr/>
            <p:nvPr/>
          </p:nvSpPr>
          <p:spPr>
            <a:xfrm rot="16200000">
              <a:off x="221760" y="5489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9674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12733"/>
                  </a:lnTo>
                  <a:lnTo>
                    <a:pt x="967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33" name="object 69"/>
            <p:cNvSpPr/>
            <p:nvPr/>
          </p:nvSpPr>
          <p:spPr>
            <a:xfrm rot="16200000">
              <a:off x="221760" y="5127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10518" y="0"/>
                  </a:lnTo>
                  <a:lnTo>
                    <a:pt x="0" y="1274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34" name="object 70"/>
            <p:cNvSpPr/>
            <p:nvPr/>
          </p:nvSpPr>
          <p:spPr>
            <a:xfrm rot="16200000">
              <a:off x="221760" y="5075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35" name="object 71"/>
            <p:cNvSpPr/>
            <p:nvPr/>
          </p:nvSpPr>
          <p:spPr>
            <a:xfrm rot="16200000">
              <a:off x="221760" y="502416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36" name="object 72"/>
            <p:cNvSpPr/>
            <p:nvPr/>
          </p:nvSpPr>
          <p:spPr>
            <a:xfrm rot="16200000">
              <a:off x="221760" y="4972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37" name="object 73"/>
            <p:cNvSpPr/>
            <p:nvPr/>
          </p:nvSpPr>
          <p:spPr>
            <a:xfrm rot="16200000">
              <a:off x="221760" y="4920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38" name="object 74"/>
            <p:cNvSpPr/>
            <p:nvPr/>
          </p:nvSpPr>
          <p:spPr>
            <a:xfrm rot="16200000">
              <a:off x="226440" y="4876200"/>
              <a:ext cx="7920" cy="18360"/>
            </a:xfrm>
            <a:custGeom>
              <a:avLst/>
              <a:gdLst>
                <a:gd name="textAreaLeft" fmla="*/ 0 w 7920"/>
                <a:gd name="textAreaRight" fmla="*/ 8280 w 792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8254" h="17779">
                  <a:moveTo>
                    <a:pt x="8012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671" y="17325"/>
                  </a:lnTo>
                  <a:lnTo>
                    <a:pt x="80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39" name="object 75"/>
            <p:cNvSpPr/>
            <p:nvPr/>
          </p:nvSpPr>
          <p:spPr>
            <a:xfrm rot="16200000">
              <a:off x="271800" y="5696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40" name="object 76"/>
            <p:cNvSpPr/>
            <p:nvPr/>
          </p:nvSpPr>
          <p:spPr>
            <a:xfrm rot="16200000">
              <a:off x="271800" y="56448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41" name="object 77"/>
            <p:cNvSpPr/>
            <p:nvPr/>
          </p:nvSpPr>
          <p:spPr>
            <a:xfrm rot="16200000">
              <a:off x="271800" y="5593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42" name="object 78"/>
            <p:cNvSpPr/>
            <p:nvPr/>
          </p:nvSpPr>
          <p:spPr>
            <a:xfrm rot="16200000">
              <a:off x="271800" y="5541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43" name="object 79"/>
            <p:cNvSpPr/>
            <p:nvPr/>
          </p:nvSpPr>
          <p:spPr>
            <a:xfrm rot="16200000">
              <a:off x="271800" y="5489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44" name="object 80"/>
            <p:cNvSpPr/>
            <p:nvPr/>
          </p:nvSpPr>
          <p:spPr>
            <a:xfrm rot="16200000">
              <a:off x="271800" y="54378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287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8990" y="3322"/>
                  </a:lnTo>
                  <a:lnTo>
                    <a:pt x="1287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45" name="object 81"/>
            <p:cNvSpPr/>
            <p:nvPr/>
          </p:nvSpPr>
          <p:spPr>
            <a:xfrm rot="16200000">
              <a:off x="271800" y="5179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7319" y="0"/>
                  </a:lnTo>
                  <a:lnTo>
                    <a:pt x="1178" y="3333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46" name="object 82"/>
            <p:cNvSpPr/>
            <p:nvPr/>
          </p:nvSpPr>
          <p:spPr>
            <a:xfrm rot="16200000">
              <a:off x="271800" y="5127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47" name="object 83"/>
            <p:cNvSpPr/>
            <p:nvPr/>
          </p:nvSpPr>
          <p:spPr>
            <a:xfrm rot="16200000">
              <a:off x="271800" y="5075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48" name="object 84"/>
            <p:cNvSpPr/>
            <p:nvPr/>
          </p:nvSpPr>
          <p:spPr>
            <a:xfrm rot="16200000">
              <a:off x="271800" y="502416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49" name="object 85"/>
            <p:cNvSpPr/>
            <p:nvPr/>
          </p:nvSpPr>
          <p:spPr>
            <a:xfrm rot="16200000">
              <a:off x="271800" y="4972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50" name="object 86"/>
            <p:cNvSpPr/>
            <p:nvPr/>
          </p:nvSpPr>
          <p:spPr>
            <a:xfrm rot="16200000">
              <a:off x="271800" y="4920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51" name="object 87"/>
            <p:cNvSpPr/>
            <p:nvPr/>
          </p:nvSpPr>
          <p:spPr>
            <a:xfrm rot="16200000">
              <a:off x="323640" y="5694480"/>
              <a:ext cx="12960" cy="1764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13335" h="17145">
                  <a:moveTo>
                    <a:pt x="8506" y="0"/>
                  </a:moveTo>
                  <a:lnTo>
                    <a:pt x="0" y="0"/>
                  </a:lnTo>
                  <a:lnTo>
                    <a:pt x="5532" y="9107"/>
                  </a:lnTo>
                  <a:lnTo>
                    <a:pt x="11540" y="17141"/>
                  </a:lnTo>
                  <a:lnTo>
                    <a:pt x="13027" y="15659"/>
                  </a:lnTo>
                  <a:lnTo>
                    <a:pt x="13027" y="4508"/>
                  </a:lnTo>
                  <a:lnTo>
                    <a:pt x="850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52" name="object 88"/>
            <p:cNvSpPr/>
            <p:nvPr/>
          </p:nvSpPr>
          <p:spPr>
            <a:xfrm rot="16200000">
              <a:off x="321840" y="56448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53" name="object 89"/>
            <p:cNvSpPr/>
            <p:nvPr/>
          </p:nvSpPr>
          <p:spPr>
            <a:xfrm rot="16200000">
              <a:off x="321840" y="5593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54" name="object 90"/>
            <p:cNvSpPr/>
            <p:nvPr/>
          </p:nvSpPr>
          <p:spPr>
            <a:xfrm rot="16200000">
              <a:off x="321840" y="5541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55" name="object 91"/>
            <p:cNvSpPr/>
            <p:nvPr/>
          </p:nvSpPr>
          <p:spPr>
            <a:xfrm rot="16200000">
              <a:off x="321840" y="5489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56" name="object 92"/>
            <p:cNvSpPr/>
            <p:nvPr/>
          </p:nvSpPr>
          <p:spPr>
            <a:xfrm rot="16200000">
              <a:off x="321840" y="54378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57" name="object 93"/>
            <p:cNvSpPr/>
            <p:nvPr/>
          </p:nvSpPr>
          <p:spPr>
            <a:xfrm rot="16200000">
              <a:off x="321840" y="5386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58" name="object 94"/>
            <p:cNvSpPr/>
            <p:nvPr/>
          </p:nvSpPr>
          <p:spPr>
            <a:xfrm rot="16200000">
              <a:off x="321840" y="5334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59" name="object 95"/>
            <p:cNvSpPr/>
            <p:nvPr/>
          </p:nvSpPr>
          <p:spPr>
            <a:xfrm rot="16200000">
              <a:off x="321840" y="5282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60" name="object 96"/>
            <p:cNvSpPr/>
            <p:nvPr/>
          </p:nvSpPr>
          <p:spPr>
            <a:xfrm rot="16200000">
              <a:off x="321840" y="523116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61" name="object 97"/>
            <p:cNvSpPr/>
            <p:nvPr/>
          </p:nvSpPr>
          <p:spPr>
            <a:xfrm rot="16200000">
              <a:off x="321840" y="5179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62" name="object 98"/>
            <p:cNvSpPr/>
            <p:nvPr/>
          </p:nvSpPr>
          <p:spPr>
            <a:xfrm rot="16200000">
              <a:off x="321840" y="5127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63" name="object 99"/>
            <p:cNvSpPr/>
            <p:nvPr/>
          </p:nvSpPr>
          <p:spPr>
            <a:xfrm rot="16200000">
              <a:off x="321840" y="5075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64" name="object 100"/>
            <p:cNvSpPr/>
            <p:nvPr/>
          </p:nvSpPr>
          <p:spPr>
            <a:xfrm rot="16200000">
              <a:off x="321840" y="502416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65" name="object 101"/>
            <p:cNvSpPr/>
            <p:nvPr/>
          </p:nvSpPr>
          <p:spPr>
            <a:xfrm rot="16200000">
              <a:off x="321840" y="4972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66" name="object 102"/>
            <p:cNvSpPr/>
            <p:nvPr/>
          </p:nvSpPr>
          <p:spPr>
            <a:xfrm rot="16200000">
              <a:off x="323640" y="4925520"/>
              <a:ext cx="12960" cy="1764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13335" h="17145">
                  <a:moveTo>
                    <a:pt x="130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483" y="17138"/>
                  </a:lnTo>
                  <a:lnTo>
                    <a:pt x="7488" y="9107"/>
                  </a:lnTo>
                  <a:lnTo>
                    <a:pt x="1302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67" name="object 103"/>
            <p:cNvSpPr/>
            <p:nvPr/>
          </p:nvSpPr>
          <p:spPr>
            <a:xfrm rot="16200000">
              <a:off x="371880" y="56448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0673"/>
                  </a:lnTo>
                  <a:lnTo>
                    <a:pt x="8629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68" name="object 104"/>
            <p:cNvSpPr/>
            <p:nvPr/>
          </p:nvSpPr>
          <p:spPr>
            <a:xfrm rot="16200000">
              <a:off x="371880" y="5593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69" name="object 105"/>
            <p:cNvSpPr/>
            <p:nvPr/>
          </p:nvSpPr>
          <p:spPr>
            <a:xfrm rot="16200000">
              <a:off x="371880" y="5541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70" name="object 106"/>
            <p:cNvSpPr/>
            <p:nvPr/>
          </p:nvSpPr>
          <p:spPr>
            <a:xfrm rot="16200000">
              <a:off x="371880" y="5489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71" name="object 107"/>
            <p:cNvSpPr/>
            <p:nvPr/>
          </p:nvSpPr>
          <p:spPr>
            <a:xfrm rot="16200000">
              <a:off x="371880" y="54378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72" name="object 108"/>
            <p:cNvSpPr/>
            <p:nvPr/>
          </p:nvSpPr>
          <p:spPr>
            <a:xfrm rot="16200000">
              <a:off x="371880" y="5386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73" name="object 109"/>
            <p:cNvSpPr/>
            <p:nvPr/>
          </p:nvSpPr>
          <p:spPr>
            <a:xfrm rot="16200000">
              <a:off x="371880" y="5334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74" name="object 110"/>
            <p:cNvSpPr/>
            <p:nvPr/>
          </p:nvSpPr>
          <p:spPr>
            <a:xfrm rot="16200000">
              <a:off x="371880" y="5282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75" name="object 111"/>
            <p:cNvSpPr/>
            <p:nvPr/>
          </p:nvSpPr>
          <p:spPr>
            <a:xfrm rot="16200000">
              <a:off x="371880" y="523116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76" name="object 112"/>
            <p:cNvSpPr/>
            <p:nvPr/>
          </p:nvSpPr>
          <p:spPr>
            <a:xfrm rot="16200000">
              <a:off x="371880" y="5179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77" name="object 113"/>
            <p:cNvSpPr/>
            <p:nvPr/>
          </p:nvSpPr>
          <p:spPr>
            <a:xfrm rot="16200000">
              <a:off x="371880" y="5127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78" name="object 114"/>
            <p:cNvSpPr/>
            <p:nvPr/>
          </p:nvSpPr>
          <p:spPr>
            <a:xfrm rot="16200000">
              <a:off x="371880" y="5075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79" name="object 115"/>
            <p:cNvSpPr/>
            <p:nvPr/>
          </p:nvSpPr>
          <p:spPr>
            <a:xfrm rot="16200000">
              <a:off x="371880" y="502416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80" name="object 116"/>
            <p:cNvSpPr/>
            <p:nvPr/>
          </p:nvSpPr>
          <p:spPr>
            <a:xfrm rot="16200000">
              <a:off x="371880" y="4972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1547" y="20167"/>
                  </a:lnTo>
                  <a:lnTo>
                    <a:pt x="20180" y="1066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81" name="object 117"/>
            <p:cNvSpPr/>
            <p:nvPr/>
          </p:nvSpPr>
          <p:spPr>
            <a:xfrm rot="16200000">
              <a:off x="421920" y="5593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129"/>
                  </a:lnTo>
                  <a:lnTo>
                    <a:pt x="9412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82" name="object 118"/>
            <p:cNvSpPr/>
            <p:nvPr/>
          </p:nvSpPr>
          <p:spPr>
            <a:xfrm rot="16200000">
              <a:off x="421920" y="5541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83" name="object 119"/>
            <p:cNvSpPr/>
            <p:nvPr/>
          </p:nvSpPr>
          <p:spPr>
            <a:xfrm rot="16200000">
              <a:off x="421920" y="5489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84" name="object 120"/>
            <p:cNvSpPr/>
            <p:nvPr/>
          </p:nvSpPr>
          <p:spPr>
            <a:xfrm rot="16200000">
              <a:off x="421920" y="54378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85" name="object 121"/>
            <p:cNvSpPr/>
            <p:nvPr/>
          </p:nvSpPr>
          <p:spPr>
            <a:xfrm rot="16200000">
              <a:off x="421920" y="5386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86" name="object 122"/>
            <p:cNvSpPr/>
            <p:nvPr/>
          </p:nvSpPr>
          <p:spPr>
            <a:xfrm rot="16200000">
              <a:off x="421920" y="5334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87" name="object 123"/>
            <p:cNvSpPr/>
            <p:nvPr/>
          </p:nvSpPr>
          <p:spPr>
            <a:xfrm rot="16200000">
              <a:off x="421920" y="5282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88" name="object 124"/>
            <p:cNvSpPr/>
            <p:nvPr/>
          </p:nvSpPr>
          <p:spPr>
            <a:xfrm rot="16200000">
              <a:off x="421920" y="523116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89" name="object 125"/>
            <p:cNvSpPr/>
            <p:nvPr/>
          </p:nvSpPr>
          <p:spPr>
            <a:xfrm rot="16200000">
              <a:off x="421920" y="5179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90" name="object 126"/>
            <p:cNvSpPr/>
            <p:nvPr/>
          </p:nvSpPr>
          <p:spPr>
            <a:xfrm rot="16200000">
              <a:off x="421920" y="5127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91" name="object 127"/>
            <p:cNvSpPr/>
            <p:nvPr/>
          </p:nvSpPr>
          <p:spPr>
            <a:xfrm rot="16200000">
              <a:off x="421920" y="5075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92" name="object 128"/>
            <p:cNvSpPr/>
            <p:nvPr/>
          </p:nvSpPr>
          <p:spPr>
            <a:xfrm rot="16200000">
              <a:off x="421920" y="502416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0765" y="20167"/>
                  </a:lnTo>
                  <a:lnTo>
                    <a:pt x="20180" y="13127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93" name="object 129"/>
            <p:cNvSpPr/>
            <p:nvPr/>
          </p:nvSpPr>
          <p:spPr>
            <a:xfrm rot="16200000">
              <a:off x="469800" y="5544000"/>
              <a:ext cx="18000" cy="1440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18414" h="13970">
                  <a:moveTo>
                    <a:pt x="13855" y="0"/>
                  </a:moveTo>
                  <a:lnTo>
                    <a:pt x="2717" y="0"/>
                  </a:lnTo>
                  <a:lnTo>
                    <a:pt x="0" y="2709"/>
                  </a:lnTo>
                  <a:lnTo>
                    <a:pt x="18376" y="13873"/>
                  </a:lnTo>
                  <a:lnTo>
                    <a:pt x="18376" y="4508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94" name="object 130"/>
            <p:cNvSpPr/>
            <p:nvPr/>
          </p:nvSpPr>
          <p:spPr>
            <a:xfrm rot="16200000">
              <a:off x="471960" y="5489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95" name="object 131"/>
            <p:cNvSpPr/>
            <p:nvPr/>
          </p:nvSpPr>
          <p:spPr>
            <a:xfrm rot="16200000">
              <a:off x="471960" y="543780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96" name="object 132"/>
            <p:cNvSpPr/>
            <p:nvPr/>
          </p:nvSpPr>
          <p:spPr>
            <a:xfrm rot="16200000">
              <a:off x="471960" y="5386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97" name="object 133"/>
            <p:cNvSpPr/>
            <p:nvPr/>
          </p:nvSpPr>
          <p:spPr>
            <a:xfrm rot="16200000">
              <a:off x="471960" y="5334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98" name="object 134"/>
            <p:cNvSpPr/>
            <p:nvPr/>
          </p:nvSpPr>
          <p:spPr>
            <a:xfrm rot="16200000">
              <a:off x="471960" y="5282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299" name="object 135"/>
            <p:cNvSpPr/>
            <p:nvPr/>
          </p:nvSpPr>
          <p:spPr>
            <a:xfrm rot="16200000">
              <a:off x="471960" y="523116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00" name="object 136"/>
            <p:cNvSpPr/>
            <p:nvPr/>
          </p:nvSpPr>
          <p:spPr>
            <a:xfrm rot="16200000">
              <a:off x="471960" y="517932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01" name="object 137"/>
            <p:cNvSpPr/>
            <p:nvPr/>
          </p:nvSpPr>
          <p:spPr>
            <a:xfrm rot="16200000">
              <a:off x="471960" y="5127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02" name="object 138"/>
            <p:cNvSpPr/>
            <p:nvPr/>
          </p:nvSpPr>
          <p:spPr>
            <a:xfrm rot="16200000">
              <a:off x="469800" y="5079960"/>
              <a:ext cx="18000" cy="1440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18414" h="1397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871"/>
                  </a:lnTo>
                  <a:lnTo>
                    <a:pt x="18375" y="27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03" name="object 139"/>
            <p:cNvSpPr/>
            <p:nvPr/>
          </p:nvSpPr>
          <p:spPr>
            <a:xfrm rot="16200000">
              <a:off x="515880" y="5443560"/>
              <a:ext cx="18000" cy="684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8414" h="6984">
                  <a:moveTo>
                    <a:pt x="13402" y="0"/>
                  </a:moveTo>
                  <a:lnTo>
                    <a:pt x="2264" y="0"/>
                  </a:lnTo>
                  <a:lnTo>
                    <a:pt x="0" y="2257"/>
                  </a:lnTo>
                  <a:lnTo>
                    <a:pt x="17923" y="6866"/>
                  </a:lnTo>
                  <a:lnTo>
                    <a:pt x="17923" y="4508"/>
                  </a:lnTo>
                  <a:lnTo>
                    <a:pt x="1340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04" name="object 140"/>
            <p:cNvSpPr/>
            <p:nvPr/>
          </p:nvSpPr>
          <p:spPr>
            <a:xfrm rot="16200000">
              <a:off x="520920" y="5387760"/>
              <a:ext cx="19800" cy="1836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4388"/>
                  </a:lnTo>
                  <a:lnTo>
                    <a:pt x="18606" y="17228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05" name="object 141"/>
            <p:cNvSpPr/>
            <p:nvPr/>
          </p:nvSpPr>
          <p:spPr>
            <a:xfrm rot="16200000">
              <a:off x="522000" y="533448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06" name="object 142"/>
            <p:cNvSpPr/>
            <p:nvPr/>
          </p:nvSpPr>
          <p:spPr>
            <a:xfrm rot="16200000">
              <a:off x="522000" y="5282640"/>
              <a:ext cx="19800" cy="208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07" name="object 143"/>
            <p:cNvSpPr/>
            <p:nvPr/>
          </p:nvSpPr>
          <p:spPr>
            <a:xfrm rot="16200000">
              <a:off x="520920" y="5232600"/>
              <a:ext cx="19800" cy="1836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574" y="17228"/>
                  </a:lnTo>
                  <a:lnTo>
                    <a:pt x="20180" y="1438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08" name="object 144"/>
            <p:cNvSpPr/>
            <p:nvPr/>
          </p:nvSpPr>
          <p:spPr>
            <a:xfrm rot="16200000">
              <a:off x="515880" y="5187240"/>
              <a:ext cx="18000" cy="684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8414" h="6984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6866"/>
                  </a:lnTo>
                  <a:lnTo>
                    <a:pt x="17923" y="225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fr-FR" sz="330" b="0" strike="noStrike" spc="-1">
                <a:solidFill>
                  <a:schemeClr val="lt1"/>
                </a:solidFill>
                <a:latin typeface="Arial"/>
              </a:endParaRPr>
            </a:p>
          </p:txBody>
        </p:sp>
      </p:grpSp>
      <p:sp>
        <p:nvSpPr>
          <p:cNvPr id="309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chemeClr val="lt1"/>
                </a:solidFill>
                <a:latin typeface="Arial"/>
              </a:rPr>
              <a:t>Cliquez pour éditer le format du texte-titre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188958-AAE3-44CE-8925-C1199477859F}"/>
              </a:ext>
            </a:extLst>
          </p:cNvPr>
          <p:cNvSpPr/>
          <p:nvPr/>
        </p:nvSpPr>
        <p:spPr>
          <a:xfrm>
            <a:off x="4439731" y="4217063"/>
            <a:ext cx="1146103" cy="329943"/>
          </a:xfrm>
          <a:prstGeom prst="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state_eq.py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BA56FC-4E4E-29A4-9860-5685CF427DC2}"/>
              </a:ext>
            </a:extLst>
          </p:cNvPr>
          <p:cNvSpPr/>
          <p:nvPr/>
        </p:nvSpPr>
        <p:spPr>
          <a:xfrm>
            <a:off x="3057213" y="4767008"/>
            <a:ext cx="1146103" cy="329943"/>
          </a:xfrm>
          <a:prstGeom prst="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kinetic_eq.py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99FCE-99FA-1364-7988-E86CACAA52E2}"/>
              </a:ext>
            </a:extLst>
          </p:cNvPr>
          <p:cNvSpPr/>
          <p:nvPr/>
        </p:nvSpPr>
        <p:spPr>
          <a:xfrm>
            <a:off x="4439731" y="4767008"/>
            <a:ext cx="1146103" cy="329943"/>
          </a:xfrm>
          <a:prstGeom prst="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inst_value.py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C07E90-E197-4BF1-E436-B3CBF2098582}"/>
              </a:ext>
            </a:extLst>
          </p:cNvPr>
          <p:cNvSpPr/>
          <p:nvPr/>
        </p:nvSpPr>
        <p:spPr>
          <a:xfrm>
            <a:off x="5822249" y="4767008"/>
            <a:ext cx="1146103" cy="329943"/>
          </a:xfrm>
          <a:prstGeom prst="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coefficient.py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7AD0A1C-0D13-8F5B-91B5-6BF5F81642A3}"/>
              </a:ext>
            </a:extLst>
          </p:cNvPr>
          <p:cNvCxnSpPr>
            <a:stCxn id="5" idx="0"/>
            <a:endCxn id="4" idx="1"/>
          </p:cNvCxnSpPr>
          <p:nvPr/>
        </p:nvCxnSpPr>
        <p:spPr>
          <a:xfrm rot="5400000" flipH="1" flipV="1">
            <a:off x="3842512" y="4169789"/>
            <a:ext cx="384973" cy="809466"/>
          </a:xfrm>
          <a:prstGeom prst="bentConnector2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CB48BE70-926C-0721-7A39-CBEFE49CBEF9}"/>
              </a:ext>
            </a:extLst>
          </p:cNvPr>
          <p:cNvCxnSpPr>
            <a:cxnSpLocks/>
            <a:stCxn id="7" idx="0"/>
            <a:endCxn id="4" idx="3"/>
          </p:cNvCxnSpPr>
          <p:nvPr/>
        </p:nvCxnSpPr>
        <p:spPr>
          <a:xfrm rot="16200000" flipV="1">
            <a:off x="5798082" y="4169788"/>
            <a:ext cx="384973" cy="809467"/>
          </a:xfrm>
          <a:prstGeom prst="bentConnector2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4A7473-F79D-67B3-1CDE-6E21BAA6277E}"/>
              </a:ext>
            </a:extLst>
          </p:cNvPr>
          <p:cNvCxnSpPr>
            <a:stCxn id="6" idx="0"/>
            <a:endCxn id="4" idx="2"/>
          </p:cNvCxnSpPr>
          <p:nvPr/>
        </p:nvCxnSpPr>
        <p:spPr>
          <a:xfrm flipV="1">
            <a:off x="5012783" y="4547006"/>
            <a:ext cx="0" cy="22000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ECB6B8-47F5-9CB5-3170-71C90B93D15D}"/>
              </a:ext>
            </a:extLst>
          </p:cNvPr>
          <p:cNvCxnSpPr>
            <a:cxnSpLocks/>
          </p:cNvCxnSpPr>
          <p:nvPr/>
        </p:nvCxnSpPr>
        <p:spPr>
          <a:xfrm>
            <a:off x="5373181" y="342940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BF0B7F-FD6F-07D7-0EC3-F7D1A48FDFBA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>
            <a:off x="5585834" y="4931980"/>
            <a:ext cx="236415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350DE003-68ED-4C2B-D146-5AFFFC76803F}"/>
              </a:ext>
            </a:extLst>
          </p:cNvPr>
          <p:cNvCxnSpPr>
            <a:cxnSpLocks/>
            <a:stCxn id="7" idx="2"/>
            <a:endCxn id="5" idx="2"/>
          </p:cNvCxnSpPr>
          <p:nvPr/>
        </p:nvCxnSpPr>
        <p:spPr>
          <a:xfrm rot="5400000">
            <a:off x="5012783" y="3714433"/>
            <a:ext cx="12700" cy="2765036"/>
          </a:xfrm>
          <a:prstGeom prst="bentConnector3">
            <a:avLst>
              <a:gd name="adj1" fmla="val 1800000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63954C3-92F5-D357-48E0-1F727B7E3E63}"/>
              </a:ext>
            </a:extLst>
          </p:cNvPr>
          <p:cNvSpPr/>
          <p:nvPr/>
        </p:nvSpPr>
        <p:spPr>
          <a:xfrm>
            <a:off x="4439731" y="3564556"/>
            <a:ext cx="1146103" cy="428367"/>
          </a:xfrm>
          <a:prstGeom prst="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model.py</a:t>
            </a:r>
          </a:p>
          <a:p>
            <a:pPr algn="ctr"/>
            <a:endParaRPr lang="en-US" sz="800" dirty="0">
              <a:solidFill>
                <a:schemeClr val="bg1"/>
              </a:solidFill>
            </a:endParaRPr>
          </a:p>
          <a:p>
            <a:pPr algn="ctr"/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865BF1-3326-0F3D-56C5-3210A67B88DD}"/>
              </a:ext>
            </a:extLst>
          </p:cNvPr>
          <p:cNvSpPr/>
          <p:nvPr/>
        </p:nvSpPr>
        <p:spPr>
          <a:xfrm>
            <a:off x="4439731" y="3723176"/>
            <a:ext cx="1146103" cy="287273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Class: PEMFC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392A148-F25D-3B13-CE6D-30CFB454FBE7}"/>
              </a:ext>
            </a:extLst>
          </p:cNvPr>
          <p:cNvCxnSpPr>
            <a:cxnSpLocks/>
            <a:stCxn id="4" idx="0"/>
            <a:endCxn id="28" idx="2"/>
          </p:cNvCxnSpPr>
          <p:nvPr/>
        </p:nvCxnSpPr>
        <p:spPr>
          <a:xfrm flipV="1">
            <a:off x="5012783" y="4010449"/>
            <a:ext cx="0" cy="206614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1385016-B1F9-C491-FCE7-9BE8D2F8E69F}"/>
              </a:ext>
            </a:extLst>
          </p:cNvPr>
          <p:cNvSpPr/>
          <p:nvPr/>
        </p:nvSpPr>
        <p:spPr>
          <a:xfrm>
            <a:off x="4438804" y="1580777"/>
            <a:ext cx="1146103" cy="329943"/>
          </a:xfrm>
          <a:prstGeom prst="rect">
            <a:avLst/>
          </a:prstGeom>
          <a:solidFill>
            <a:schemeClr val="tx1"/>
          </a:solidFill>
          <a:ln w="19050">
            <a:solidFill>
              <a:srgbClr val="29B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main.py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26DE21-66F6-0868-60FC-F50D8C4BB79E}"/>
              </a:ext>
            </a:extLst>
          </p:cNvPr>
          <p:cNvCxnSpPr>
            <a:cxnSpLocks/>
            <a:stCxn id="27" idx="0"/>
            <a:endCxn id="13" idx="2"/>
          </p:cNvCxnSpPr>
          <p:nvPr/>
        </p:nvCxnSpPr>
        <p:spPr>
          <a:xfrm flipH="1" flipV="1">
            <a:off x="5011856" y="1910720"/>
            <a:ext cx="927" cy="1653836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3CB8AC4-8386-494B-59B7-183B15AE4C47}"/>
              </a:ext>
            </a:extLst>
          </p:cNvPr>
          <p:cNvSpPr/>
          <p:nvPr/>
        </p:nvSpPr>
        <p:spPr>
          <a:xfrm>
            <a:off x="2698107" y="3400317"/>
            <a:ext cx="4851027" cy="2210100"/>
          </a:xfrm>
          <a:prstGeom prst="roundRect">
            <a:avLst>
              <a:gd name="adj" fmla="val 7782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BB960B8-A4DE-975E-84C2-E865A0BF710D}"/>
              </a:ext>
            </a:extLst>
          </p:cNvPr>
          <p:cNvSpPr/>
          <p:nvPr/>
        </p:nvSpPr>
        <p:spPr>
          <a:xfrm>
            <a:off x="5762879" y="1834096"/>
            <a:ext cx="1559859" cy="1285614"/>
          </a:xfrm>
          <a:prstGeom prst="roundRect">
            <a:avLst>
              <a:gd name="adj" fmla="val 7782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85DF0B-56C5-434E-5BC7-0F904D294EF8}"/>
              </a:ext>
            </a:extLst>
          </p:cNvPr>
          <p:cNvSpPr txBox="1"/>
          <p:nvPr/>
        </p:nvSpPr>
        <p:spPr>
          <a:xfrm>
            <a:off x="4807668" y="5400947"/>
            <a:ext cx="6319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./model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0B6823-77C5-C8FF-DDF3-F9B41522C90E}"/>
              </a:ext>
            </a:extLst>
          </p:cNvPr>
          <p:cNvSpPr txBox="1"/>
          <p:nvPr/>
        </p:nvSpPr>
        <p:spPr>
          <a:xfrm>
            <a:off x="6181797" y="2900028"/>
            <a:ext cx="63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./config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6E9CC4-1D32-1569-FE57-9935AACC3C55}"/>
              </a:ext>
            </a:extLst>
          </p:cNvPr>
          <p:cNvSpPr/>
          <p:nvPr/>
        </p:nvSpPr>
        <p:spPr>
          <a:xfrm>
            <a:off x="5969756" y="2522029"/>
            <a:ext cx="1146103" cy="329943"/>
          </a:xfrm>
          <a:prstGeom prst="rect">
            <a:avLst/>
          </a:prstGeom>
          <a:solidFill>
            <a:schemeClr val="tx1"/>
          </a:solidFill>
          <a:ln w="19050">
            <a:solidFill>
              <a:srgbClr val="0106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initialize.py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26456B-168E-3426-8081-894E5192D226}"/>
              </a:ext>
            </a:extLst>
          </p:cNvPr>
          <p:cNvSpPr/>
          <p:nvPr/>
        </p:nvSpPr>
        <p:spPr>
          <a:xfrm>
            <a:off x="5969756" y="2052763"/>
            <a:ext cx="1146103" cy="329943"/>
          </a:xfrm>
          <a:prstGeom prst="rect">
            <a:avLst/>
          </a:prstGeom>
          <a:solidFill>
            <a:schemeClr val="tx1"/>
          </a:solidFill>
          <a:ln w="19050">
            <a:solidFill>
              <a:srgbClr val="0106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settings.py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CC92832-BCA0-DBBD-69FF-F2A7C08D5AE5}"/>
              </a:ext>
            </a:extLst>
          </p:cNvPr>
          <p:cNvSpPr/>
          <p:nvPr/>
        </p:nvSpPr>
        <p:spPr>
          <a:xfrm>
            <a:off x="4438805" y="1057780"/>
            <a:ext cx="1146103" cy="329943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GUI.py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1CBC681-6E2D-0515-ADB8-FE61E3A17C92}"/>
              </a:ext>
            </a:extLst>
          </p:cNvPr>
          <p:cNvCxnSpPr>
            <a:cxnSpLocks/>
            <a:stCxn id="13" idx="0"/>
            <a:endCxn id="63" idx="2"/>
          </p:cNvCxnSpPr>
          <p:nvPr/>
        </p:nvCxnSpPr>
        <p:spPr>
          <a:xfrm flipV="1">
            <a:off x="5011856" y="1387723"/>
            <a:ext cx="1" cy="193054"/>
          </a:xfrm>
          <a:prstGeom prst="straightConnector1">
            <a:avLst/>
          </a:prstGeom>
          <a:ln w="19050">
            <a:solidFill>
              <a:srgbClr val="29BD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EF932B07-D5E6-D78C-F475-F078907EDE91}"/>
              </a:ext>
            </a:extLst>
          </p:cNvPr>
          <p:cNvSpPr/>
          <p:nvPr/>
        </p:nvSpPr>
        <p:spPr>
          <a:xfrm>
            <a:off x="2698107" y="1834096"/>
            <a:ext cx="1559859" cy="1291470"/>
          </a:xfrm>
          <a:prstGeom prst="roundRect">
            <a:avLst>
              <a:gd name="adj" fmla="val 7782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6C3CB3E-917A-246B-F9AC-1E35AD4903A8}"/>
              </a:ext>
            </a:extLst>
          </p:cNvPr>
          <p:cNvSpPr txBox="1"/>
          <p:nvPr/>
        </p:nvSpPr>
        <p:spPr>
          <a:xfrm>
            <a:off x="3023947" y="2909172"/>
            <a:ext cx="7809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./modules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2773036-0E37-DA44-ECA5-6ED33E589C9E}"/>
              </a:ext>
            </a:extLst>
          </p:cNvPr>
          <p:cNvSpPr/>
          <p:nvPr/>
        </p:nvSpPr>
        <p:spPr>
          <a:xfrm>
            <a:off x="2911033" y="2052763"/>
            <a:ext cx="1146103" cy="329943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display.py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319BED1-FCAC-951A-9D11-D69BD52A98CF}"/>
              </a:ext>
            </a:extLst>
          </p:cNvPr>
          <p:cNvSpPr/>
          <p:nvPr/>
        </p:nvSpPr>
        <p:spPr>
          <a:xfrm>
            <a:off x="2902056" y="2522029"/>
            <a:ext cx="1146103" cy="329943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calibration.py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3108F002-4050-F530-C0BB-E03029C903F3}"/>
              </a:ext>
            </a:extLst>
          </p:cNvPr>
          <p:cNvSpPr/>
          <p:nvPr/>
        </p:nvSpPr>
        <p:spPr>
          <a:xfrm>
            <a:off x="2462748" y="1062528"/>
            <a:ext cx="1512712" cy="325195"/>
          </a:xfrm>
          <a:prstGeom prst="roundRect">
            <a:avLst>
              <a:gd name="adj" fmla="val 7782"/>
            </a:avLst>
          </a:prstGeom>
          <a:noFill/>
          <a:ln w="9525" cap="flat" cmpd="sng" algn="ctr">
            <a:solidFill>
              <a:srgbClr val="94188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9C50A88-020E-08CD-C0A2-EEBE42D7ACBC}"/>
              </a:ext>
            </a:extLst>
          </p:cNvPr>
          <p:cNvSpPr txBox="1"/>
          <p:nvPr/>
        </p:nvSpPr>
        <p:spPr>
          <a:xfrm>
            <a:off x="2905720" y="1090636"/>
            <a:ext cx="569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./data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5C683000-429F-4E3A-41B4-A77DCAC8E4D6}"/>
              </a:ext>
            </a:extLst>
          </p:cNvPr>
          <p:cNvCxnSpPr>
            <a:stCxn id="113" idx="3"/>
            <a:endCxn id="63" idx="1"/>
          </p:cNvCxnSpPr>
          <p:nvPr/>
        </p:nvCxnSpPr>
        <p:spPr>
          <a:xfrm flipV="1">
            <a:off x="3975460" y="1222752"/>
            <a:ext cx="463345" cy="2374"/>
          </a:xfrm>
          <a:prstGeom prst="straightConnector1">
            <a:avLst/>
          </a:prstGeom>
          <a:ln w="9525">
            <a:solidFill>
              <a:srgbClr val="94188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EA24BFD7-431E-3914-00C3-1CF1625C4CD4}"/>
              </a:ext>
            </a:extLst>
          </p:cNvPr>
          <p:cNvCxnSpPr>
            <a:cxnSpLocks/>
            <a:stCxn id="83" idx="1"/>
            <a:endCxn id="113" idx="1"/>
          </p:cNvCxnSpPr>
          <p:nvPr/>
        </p:nvCxnSpPr>
        <p:spPr>
          <a:xfrm rot="10800000">
            <a:off x="2462748" y="1225127"/>
            <a:ext cx="439308" cy="1461875"/>
          </a:xfrm>
          <a:prstGeom prst="bentConnector3">
            <a:avLst>
              <a:gd name="adj1" fmla="val 152036"/>
            </a:avLst>
          </a:prstGeom>
          <a:ln w="9525">
            <a:solidFill>
              <a:srgbClr val="941885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6173F33A-3607-8AE6-2C28-5FAC119A5D34}"/>
              </a:ext>
            </a:extLst>
          </p:cNvPr>
          <p:cNvCxnSpPr/>
          <p:nvPr/>
        </p:nvCxnSpPr>
        <p:spPr>
          <a:xfrm>
            <a:off x="2881179" y="5810267"/>
            <a:ext cx="54864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229FF082-9413-413E-7151-2813E7D50A88}"/>
              </a:ext>
            </a:extLst>
          </p:cNvPr>
          <p:cNvSpPr txBox="1"/>
          <p:nvPr/>
        </p:nvSpPr>
        <p:spPr>
          <a:xfrm>
            <a:off x="3476679" y="5674642"/>
            <a:ext cx="654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folders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33436DD-C959-573B-0BA5-D415A1584006}"/>
              </a:ext>
            </a:extLst>
          </p:cNvPr>
          <p:cNvCxnSpPr/>
          <p:nvPr/>
        </p:nvCxnSpPr>
        <p:spPr>
          <a:xfrm>
            <a:off x="4251393" y="5797171"/>
            <a:ext cx="548640" cy="0"/>
          </a:xfrm>
          <a:prstGeom prst="line">
            <a:avLst/>
          </a:prstGeom>
          <a:ln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D5D9EB0E-873A-F9EF-36CC-6C1C777EA1AE}"/>
              </a:ext>
            </a:extLst>
          </p:cNvPr>
          <p:cNvSpPr txBox="1"/>
          <p:nvPr/>
        </p:nvSpPr>
        <p:spPr>
          <a:xfrm>
            <a:off x="4836452" y="5674642"/>
            <a:ext cx="4651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files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786D0BE-40EE-0B3F-5595-FC2B73A2B848}"/>
              </a:ext>
            </a:extLst>
          </p:cNvPr>
          <p:cNvCxnSpPr/>
          <p:nvPr/>
        </p:nvCxnSpPr>
        <p:spPr>
          <a:xfrm>
            <a:off x="5439645" y="5789309"/>
            <a:ext cx="548640" cy="0"/>
          </a:xfrm>
          <a:prstGeom prst="line">
            <a:avLst/>
          </a:prstGeom>
          <a:ln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3B45CE09-059F-58D2-023C-9060F7D22677}"/>
              </a:ext>
            </a:extLst>
          </p:cNvPr>
          <p:cNvSpPr txBox="1"/>
          <p:nvPr/>
        </p:nvSpPr>
        <p:spPr>
          <a:xfrm>
            <a:off x="6024704" y="5666780"/>
            <a:ext cx="10102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dependency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BC2604B9-44F2-35A5-EA55-53CB7CC4388C}"/>
              </a:ext>
            </a:extLst>
          </p:cNvPr>
          <p:cNvSpPr/>
          <p:nvPr/>
        </p:nvSpPr>
        <p:spPr>
          <a:xfrm>
            <a:off x="2039112" y="686371"/>
            <a:ext cx="5765292" cy="5281309"/>
          </a:xfrm>
          <a:prstGeom prst="roundRect">
            <a:avLst>
              <a:gd name="adj" fmla="val 7450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077B6B5-6D72-9922-1814-C54A991AD5EC}"/>
              </a:ext>
            </a:extLst>
          </p:cNvPr>
          <p:cNvSpPr txBox="1"/>
          <p:nvPr/>
        </p:nvSpPr>
        <p:spPr>
          <a:xfrm>
            <a:off x="3256393" y="530520"/>
            <a:ext cx="3330729" cy="307777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Software framework</a:t>
            </a:r>
          </a:p>
        </p:txBody>
      </p: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98817F9A-A328-1A8E-3C83-55A978CD66AD}"/>
              </a:ext>
            </a:extLst>
          </p:cNvPr>
          <p:cNvCxnSpPr>
            <a:cxnSpLocks/>
            <a:stCxn id="7" idx="3"/>
            <a:endCxn id="32" idx="3"/>
          </p:cNvCxnSpPr>
          <p:nvPr/>
        </p:nvCxnSpPr>
        <p:spPr>
          <a:xfrm flipV="1">
            <a:off x="6968352" y="2687001"/>
            <a:ext cx="147507" cy="2244979"/>
          </a:xfrm>
          <a:prstGeom prst="bentConnector3">
            <a:avLst>
              <a:gd name="adj1" fmla="val 479949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07767D80-5061-7A7F-79ED-8B04F9A66528}"/>
              </a:ext>
            </a:extLst>
          </p:cNvPr>
          <p:cNvCxnSpPr>
            <a:cxnSpLocks/>
            <a:stCxn id="74" idx="0"/>
          </p:cNvCxnSpPr>
          <p:nvPr/>
        </p:nvCxnSpPr>
        <p:spPr>
          <a:xfrm rot="5400000" flipH="1" flipV="1">
            <a:off x="3878389" y="993419"/>
            <a:ext cx="665041" cy="1453648"/>
          </a:xfrm>
          <a:prstGeom prst="bentConnector3">
            <a:avLst>
              <a:gd name="adj1" fmla="val 81107"/>
            </a:avLst>
          </a:prstGeom>
          <a:ln w="19050">
            <a:solidFill>
              <a:srgbClr val="7993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997A440-ED48-5C90-227A-69BB3E151422}"/>
              </a:ext>
            </a:extLst>
          </p:cNvPr>
          <p:cNvCxnSpPr>
            <a:cxnSpLocks/>
          </p:cNvCxnSpPr>
          <p:nvPr/>
        </p:nvCxnSpPr>
        <p:spPr>
          <a:xfrm flipH="1">
            <a:off x="4057136" y="2268535"/>
            <a:ext cx="1912620" cy="0"/>
          </a:xfrm>
          <a:prstGeom prst="straightConnector1">
            <a:avLst/>
          </a:prstGeom>
          <a:ln w="19050">
            <a:solidFill>
              <a:srgbClr val="0106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9454C48B-80EB-2DC4-72CF-6349976D9137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>
            <a:off x="5072728" y="1910949"/>
            <a:ext cx="897028" cy="776052"/>
          </a:xfrm>
          <a:prstGeom prst="bentConnector2">
            <a:avLst/>
          </a:prstGeom>
          <a:ln w="19050">
            <a:solidFill>
              <a:srgbClr val="0106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EBD36CAD-6BD3-695F-89F6-54D26452B47A}"/>
              </a:ext>
            </a:extLst>
          </p:cNvPr>
          <p:cNvCxnSpPr>
            <a:cxnSpLocks/>
            <a:stCxn id="33" idx="1"/>
          </p:cNvCxnSpPr>
          <p:nvPr/>
        </p:nvCxnSpPr>
        <p:spPr>
          <a:xfrm rot="10800000">
            <a:off x="5133054" y="1910949"/>
            <a:ext cx="836703" cy="306786"/>
          </a:xfrm>
          <a:prstGeom prst="bentConnector2">
            <a:avLst/>
          </a:prstGeom>
          <a:ln w="19050">
            <a:solidFill>
              <a:srgbClr val="0106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04636FE4-F5B4-71C0-DF33-5C685CC60459}"/>
              </a:ext>
            </a:extLst>
          </p:cNvPr>
          <p:cNvCxnSpPr>
            <a:cxnSpLocks/>
            <a:stCxn id="83" idx="3"/>
          </p:cNvCxnSpPr>
          <p:nvPr/>
        </p:nvCxnSpPr>
        <p:spPr>
          <a:xfrm flipV="1">
            <a:off x="4048159" y="1910720"/>
            <a:ext cx="895290" cy="776281"/>
          </a:xfrm>
          <a:prstGeom prst="bentConnector2">
            <a:avLst/>
          </a:prstGeom>
          <a:ln w="19050">
            <a:solidFill>
              <a:srgbClr val="7993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203D07C0-0601-6646-58E9-A37C941A8390}"/>
              </a:ext>
            </a:extLst>
          </p:cNvPr>
          <p:cNvCxnSpPr>
            <a:cxnSpLocks/>
            <a:stCxn id="32" idx="0"/>
            <a:endCxn id="33" idx="2"/>
          </p:cNvCxnSpPr>
          <p:nvPr/>
        </p:nvCxnSpPr>
        <p:spPr>
          <a:xfrm flipV="1">
            <a:off x="6542808" y="2382706"/>
            <a:ext cx="0" cy="139323"/>
          </a:xfrm>
          <a:prstGeom prst="straightConnector1">
            <a:avLst/>
          </a:prstGeom>
          <a:ln w="19050">
            <a:solidFill>
              <a:srgbClr val="0106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BDE89256-5BB5-66C8-E482-5D1C905FB890}"/>
              </a:ext>
            </a:extLst>
          </p:cNvPr>
          <p:cNvCxnSpPr>
            <a:cxnSpLocks/>
            <a:stCxn id="33" idx="0"/>
          </p:cNvCxnSpPr>
          <p:nvPr/>
        </p:nvCxnSpPr>
        <p:spPr>
          <a:xfrm rot="16200000" flipV="1">
            <a:off x="5475249" y="985203"/>
            <a:ext cx="665040" cy="1470079"/>
          </a:xfrm>
          <a:prstGeom prst="bentConnector3">
            <a:avLst>
              <a:gd name="adj1" fmla="val 81032"/>
            </a:avLst>
          </a:prstGeom>
          <a:ln w="19050">
            <a:solidFill>
              <a:srgbClr val="0106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A732EB64-2713-6805-39CF-2A6C1EBF68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19899" y="2422491"/>
            <a:ext cx="1898032" cy="2776955"/>
          </a:xfrm>
          <a:prstGeom prst="bentConnector3">
            <a:avLst>
              <a:gd name="adj1" fmla="val 22566"/>
            </a:avLst>
          </a:prstGeom>
          <a:ln w="127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4DBC9B9-1B7A-44D8-249A-FF5AF89F5220}"/>
              </a:ext>
            </a:extLst>
          </p:cNvPr>
          <p:cNvSpPr/>
          <p:nvPr/>
        </p:nvSpPr>
        <p:spPr>
          <a:xfrm>
            <a:off x="6087121" y="3769300"/>
            <a:ext cx="980067" cy="234615"/>
          </a:xfrm>
          <a:prstGeom prst="roundRect">
            <a:avLst/>
          </a:prstGeom>
          <a:solidFill>
            <a:schemeClr val="tx1"/>
          </a:solidFill>
          <a:ln w="12700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/>
              <a:t>Physics property 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465A880-5600-3855-BEC0-60F283914147}"/>
              </a:ext>
            </a:extLst>
          </p:cNvPr>
          <p:cNvCxnSpPr>
            <a:cxnSpLocks/>
            <a:endCxn id="35" idx="3"/>
          </p:cNvCxnSpPr>
          <p:nvPr/>
        </p:nvCxnSpPr>
        <p:spPr>
          <a:xfrm flipH="1">
            <a:off x="7067188" y="3886608"/>
            <a:ext cx="868726" cy="0"/>
          </a:xfrm>
          <a:prstGeom prst="line">
            <a:avLst/>
          </a:prstGeom>
          <a:ln w="9525">
            <a:solidFill>
              <a:schemeClr val="bg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789F83A-7098-C995-DD57-D6D8CDBB069F}"/>
              </a:ext>
            </a:extLst>
          </p:cNvPr>
          <p:cNvSpPr/>
          <p:nvPr/>
        </p:nvSpPr>
        <p:spPr>
          <a:xfrm>
            <a:off x="7935914" y="3769300"/>
            <a:ext cx="555180" cy="234615"/>
          </a:xfrm>
          <a:prstGeom prst="roundRect">
            <a:avLst/>
          </a:prstGeom>
          <a:solidFill>
            <a:schemeClr val="tx1"/>
          </a:solidFill>
          <a:ln w="12700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/>
              <a:t>External data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94BAFF-13E2-1AED-F12E-03B37EAF271E}"/>
              </a:ext>
            </a:extLst>
          </p:cNvPr>
          <p:cNvSpPr txBox="1"/>
          <p:nvPr/>
        </p:nvSpPr>
        <p:spPr>
          <a:xfrm>
            <a:off x="6496705" y="3558452"/>
            <a:ext cx="971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Calibrated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368C25-03A9-ED05-51EE-8DC8E81BA191}"/>
              </a:ext>
            </a:extLst>
          </p:cNvPr>
          <p:cNvSpPr txBox="1"/>
          <p:nvPr/>
        </p:nvSpPr>
        <p:spPr>
          <a:xfrm>
            <a:off x="7033639" y="3877917"/>
            <a:ext cx="971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Manual</a:t>
            </a:r>
            <a:endParaRPr 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885889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Personnalisé 2">
      <a:dk1>
        <a:srgbClr val="000000"/>
      </a:dk1>
      <a:lt1>
        <a:srgbClr val="FFFFFF"/>
      </a:lt1>
      <a:dk2>
        <a:srgbClr val="00ABA2"/>
      </a:dk2>
      <a:lt2>
        <a:srgbClr val="D8D8D8"/>
      </a:lt2>
      <a:accent1>
        <a:srgbClr val="00ABA2"/>
      </a:accent1>
      <a:accent2>
        <a:srgbClr val="F4D73F"/>
      </a:accent2>
      <a:accent3>
        <a:srgbClr val="ED5D42"/>
      </a:accent3>
      <a:accent4>
        <a:srgbClr val="712180"/>
      </a:accent4>
      <a:accent5>
        <a:srgbClr val="8EAADB"/>
      </a:accent5>
      <a:accent6>
        <a:srgbClr val="A0C145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FEMTO-ST_Template-2022-public-16-9_v2_dec2023(1)</Template>
  <TotalTime>1480</TotalTime>
  <Words>61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1_Thème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Sandrine QUARROZ</dc:creator>
  <dc:description/>
  <cp:lastModifiedBy>He QiAn</cp:lastModifiedBy>
  <cp:revision>14</cp:revision>
  <dcterms:created xsi:type="dcterms:W3CDTF">2025-01-30T09:26:16Z</dcterms:created>
  <dcterms:modified xsi:type="dcterms:W3CDTF">2026-06-26T09:04:58Z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0x010100311E96338D5CC0459B028C481A9F05FF</vt:lpwstr>
  </property>
  <property fmtid="{D5CDD505-2E9C-101B-9397-08002B2CF9AE}" pid="3" name="PresentationFormat">
    <vt:lpwstr>Grand écran</vt:lpwstr>
  </property>
  <property fmtid="{D5CDD505-2E9C-101B-9397-08002B2CF9AE}" pid="4" name="Slides">
    <vt:r8>6</vt:r8>
  </property>
</Properties>
</file>