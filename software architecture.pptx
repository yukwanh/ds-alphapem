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sldIdLst>
    <p:sldId id="262" r:id="rId2"/>
    <p:sldId id="263" r:id="rId3"/>
    <p:sldId id="264" r:id="rId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9331"/>
    <a:srgbClr val="0106C7"/>
    <a:srgbClr val="941885"/>
    <a:srgbClr val="743DBD"/>
    <a:srgbClr val="29BD2D"/>
    <a:srgbClr val="C00000"/>
    <a:srgbClr val="010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455" autoAdjust="0"/>
  </p:normalViewPr>
  <p:slideViewPr>
    <p:cSldViewPr snapToGrid="0">
      <p:cViewPr varScale="1">
        <p:scale>
          <a:sx n="154" d="100"/>
          <a:sy n="154" d="100"/>
        </p:scale>
        <p:origin x="52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0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ftr" idx="1"/>
          </p:nvPr>
        </p:nvSpPr>
        <p:spPr>
          <a:xfrm>
            <a:off x="5039280" y="4453920"/>
            <a:ext cx="59907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ldNum" idx="2"/>
          </p:nvPr>
        </p:nvSpPr>
        <p:spPr>
          <a:xfrm>
            <a:off x="11391480" y="6306120"/>
            <a:ext cx="500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9DDBB0-DBD7-4DD3-9EC9-9688254BC873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42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43" name="Freeform: Shape 18"/>
          <p:cNvSpPr/>
          <p:nvPr/>
        </p:nvSpPr>
        <p:spPr>
          <a:xfrm rot="5400000">
            <a:off x="307080" y="5657400"/>
            <a:ext cx="408600" cy="422280"/>
          </a:xfrm>
          <a:custGeom>
            <a:avLst/>
            <a:gdLst>
              <a:gd name="textAreaLeft" fmla="*/ 0 w 408600"/>
              <a:gd name="textAreaRight" fmla="*/ 408960 w 408600"/>
              <a:gd name="textAreaTop" fmla="*/ 0 h 422280"/>
              <a:gd name="textAreaBottom" fmla="*/ 422640 h 42228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44" name="Image 2"/>
          <p:cNvPicPr/>
          <p:nvPr/>
        </p:nvPicPr>
        <p:blipFill>
          <a:blip r:embed="rId2"/>
          <a:stretch/>
        </p:blipFill>
        <p:spPr>
          <a:xfrm>
            <a:off x="10054800" y="8280"/>
            <a:ext cx="2147760" cy="21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47" name="Image 1"/>
          <p:cNvPicPr/>
          <p:nvPr/>
        </p:nvPicPr>
        <p:blipFill>
          <a:blip r:embed="rId3"/>
          <a:stretch/>
        </p:blipFill>
        <p:spPr>
          <a:xfrm>
            <a:off x="556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Introduction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body"/>
          </p:nvPr>
        </p:nvSpPr>
        <p:spPr>
          <a:xfrm>
            <a:off x="1564560" y="-153720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1564560" y="263736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ts val="1134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300" b="0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3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8075880" y="287280"/>
            <a:ext cx="3816000" cy="555912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080" b="0" strike="noStrike" spc="-1">
                <a:solidFill>
                  <a:schemeClr val="dk1"/>
                </a:solidFill>
                <a:latin typeface="Arial"/>
              </a:rPr>
              <a:t>Cliquez sur l'icône pour ajouter une image</a:t>
            </a:r>
          </a:p>
        </p:txBody>
      </p:sp>
      <p:sp>
        <p:nvSpPr>
          <p:cNvPr id="152" name="Freeform: Shape 18"/>
          <p:cNvSpPr/>
          <p:nvPr/>
        </p:nvSpPr>
        <p:spPr>
          <a:xfrm>
            <a:off x="6122160" y="3103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ftr" idx="3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54" name="Straight Connector 25"/>
          <p:cNvCxnSpPr/>
          <p:nvPr/>
        </p:nvCxnSpPr>
        <p:spPr>
          <a:xfrm>
            <a:off x="592560" y="6190560"/>
            <a:ext cx="11283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55" name="PlaceHolder 5"/>
          <p:cNvSpPr>
            <a:spLocks noGrp="1"/>
          </p:cNvSpPr>
          <p:nvPr>
            <p:ph type="body"/>
          </p:nvPr>
        </p:nvSpPr>
        <p:spPr>
          <a:xfrm>
            <a:off x="1564560" y="322704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56" name="PlaceHolder 6"/>
          <p:cNvSpPr>
            <a:spLocks noGrp="1"/>
          </p:cNvSpPr>
          <p:nvPr>
            <p:ph type="sldNum" idx="4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559424-F05A-4D22-A4D0-C61EF4AAB53D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57" name="Image 1"/>
          <p:cNvPicPr/>
          <p:nvPr/>
        </p:nvPicPr>
        <p:blipFill>
          <a:blip r:embed="rId2"/>
          <a:stretch/>
        </p:blipFill>
        <p:spPr>
          <a:xfrm>
            <a:off x="592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: Shape 18"/>
          <p:cNvSpPr/>
          <p:nvPr/>
        </p:nvSpPr>
        <p:spPr>
          <a:xfrm rot="16200000">
            <a:off x="9511200" y="-253080"/>
            <a:ext cx="468720" cy="977040"/>
          </a:xfrm>
          <a:custGeom>
            <a:avLst/>
            <a:gdLst>
              <a:gd name="textAreaLeft" fmla="*/ 0 w 468720"/>
              <a:gd name="textAreaRight" fmla="*/ 469080 w 468720"/>
              <a:gd name="textAreaTop" fmla="*/ 0 h 977040"/>
              <a:gd name="textAreaBottom" fmla="*/ 977400 h 97704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ftr" idx="5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61" name="Straight Connector 30"/>
          <p:cNvCxnSpPr/>
          <p:nvPr/>
        </p:nvCxnSpPr>
        <p:spPr>
          <a:xfrm>
            <a:off x="642600" y="6190560"/>
            <a:ext cx="1123308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62" name="object 9"/>
          <p:cNvSpPr/>
          <p:nvPr/>
        </p:nvSpPr>
        <p:spPr>
          <a:xfrm>
            <a:off x="0" y="159480"/>
            <a:ext cx="496080" cy="946800"/>
          </a:xfrm>
          <a:custGeom>
            <a:avLst/>
            <a:gdLst>
              <a:gd name="textAreaLeft" fmla="*/ 0 w 496080"/>
              <a:gd name="textAreaRight" fmla="*/ 496440 w 496080"/>
              <a:gd name="textAreaTop" fmla="*/ 0 h 946800"/>
              <a:gd name="textAreaBottom" fmla="*/ 947160 h 946800"/>
            </a:gdLst>
            <a:ahLst/>
            <a:cxnLst/>
            <a:rect l="textAreaLeft" t="textAreaTop" r="textAreaRight" b="textAreaBottom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fr-FR" sz="33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3" name="Freeform: Shape 18"/>
          <p:cNvSpPr/>
          <p:nvPr/>
        </p:nvSpPr>
        <p:spPr>
          <a:xfrm>
            <a:off x="11464200" y="552024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6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B4206F-7B01-4CF9-A412-3602AB0691AA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67" name="Image 1"/>
          <p:cNvPicPr/>
          <p:nvPr/>
        </p:nvPicPr>
        <p:blipFill>
          <a:blip r:embed="rId2"/>
          <a:stretch/>
        </p:blipFill>
        <p:spPr>
          <a:xfrm>
            <a:off x="558360" y="6333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ftr" idx="7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70" name="Straight Connector 30"/>
          <p:cNvCxnSpPr/>
          <p:nvPr/>
        </p:nvCxnSpPr>
        <p:spPr>
          <a:xfrm>
            <a:off x="548280" y="6190560"/>
            <a:ext cx="1132740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pic>
        <p:nvPicPr>
          <p:cNvPr id="172" name="Image 2"/>
          <p:cNvPicPr/>
          <p:nvPr/>
        </p:nvPicPr>
        <p:blipFill>
          <a:blip r:embed="rId2"/>
          <a:stretch/>
        </p:blipFill>
        <p:spPr>
          <a:xfrm flipH="1">
            <a:off x="8563680" y="2341440"/>
            <a:ext cx="3960000" cy="38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sldNum" idx="8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7CCA6E-AF89-4A27-94C1-8ACF0B1B53F7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75" name="Image 1"/>
          <p:cNvPicPr/>
          <p:nvPr/>
        </p:nvPicPr>
        <p:blipFill>
          <a:blip r:embed="rId3"/>
          <a:stretch/>
        </p:blipFill>
        <p:spPr>
          <a:xfrm>
            <a:off x="548280" y="631440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Freeform: Shape 18"/>
          <p:cNvSpPr/>
          <p:nvPr/>
        </p:nvSpPr>
        <p:spPr>
          <a:xfrm rot="16200000">
            <a:off x="9511200" y="-253080"/>
            <a:ext cx="468720" cy="976680"/>
          </a:xfrm>
          <a:custGeom>
            <a:avLst/>
            <a:gdLst>
              <a:gd name="textAreaLeft" fmla="*/ 0 w 468720"/>
              <a:gd name="textAreaRight" fmla="*/ 469080 w 468720"/>
              <a:gd name="textAreaTop" fmla="*/ 0 h 976680"/>
              <a:gd name="textAreaBottom" fmla="*/ 977040 h 97668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ftr" idx="9"/>
          </p:nvPr>
        </p:nvSpPr>
        <p:spPr>
          <a:xfrm>
            <a:off x="4965840" y="4453920"/>
            <a:ext cx="60638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0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8D4BE-5E4E-4479-A211-E9AE77EF53F1}" type="slidenum">
              <a: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FFFFFF"/>
              </a:solidFill>
              <a:latin typeface="Calibri"/>
            </a:endParaRPr>
          </a:p>
        </p:txBody>
      </p:sp>
      <p:cxnSp>
        <p:nvCxnSpPr>
          <p:cNvPr id="180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sp>
        <p:nvSpPr>
          <p:cNvPr id="181" name="Freeform: Shape 18"/>
          <p:cNvSpPr/>
          <p:nvPr/>
        </p:nvSpPr>
        <p:spPr>
          <a:xfrm>
            <a:off x="11464200" y="54799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82" name="Image 11"/>
          <p:cNvPicPr/>
          <p:nvPr/>
        </p:nvPicPr>
        <p:blipFill>
          <a:blip r:embed="rId2"/>
          <a:srcRect b="-22878"/>
          <a:stretch/>
        </p:blipFill>
        <p:spPr>
          <a:xfrm>
            <a:off x="556560" y="6305760"/>
            <a:ext cx="939600" cy="42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Image 9"/>
          <p:cNvPicPr/>
          <p:nvPr/>
        </p:nvPicPr>
        <p:blipFill>
          <a:blip r:embed="rId3"/>
          <a:stretch/>
        </p:blipFill>
        <p:spPr>
          <a:xfrm rot="5400000">
            <a:off x="9050400" y="3048840"/>
            <a:ext cx="3249720" cy="303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PlaceHolder 3"/>
          <p:cNvSpPr>
            <a:spLocks noGrp="1"/>
          </p:cNvSpPr>
          <p:nvPr>
            <p:ph type="body"/>
          </p:nvPr>
        </p:nvSpPr>
        <p:spPr>
          <a:xfrm>
            <a:off x="670320" y="-329796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body"/>
          </p:nvPr>
        </p:nvSpPr>
        <p:spPr>
          <a:xfrm>
            <a:off x="670320" y="120060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Deuxième niveau</a:t>
            </a:r>
          </a:p>
        </p:txBody>
      </p:sp>
      <p:grpSp>
        <p:nvGrpSpPr>
          <p:cNvPr id="186" name="Groupe 156"/>
          <p:cNvGrpSpPr/>
          <p:nvPr/>
        </p:nvGrpSpPr>
        <p:grpSpPr>
          <a:xfrm>
            <a:off x="21240" y="4869720"/>
            <a:ext cx="521280" cy="899280"/>
            <a:chOff x="21240" y="4869720"/>
            <a:chExt cx="521280" cy="899280"/>
          </a:xfrm>
        </p:grpSpPr>
        <p:sp>
          <p:nvSpPr>
            <p:cNvPr id="187" name="object 23"/>
            <p:cNvSpPr/>
            <p:nvPr/>
          </p:nvSpPr>
          <p:spPr>
            <a:xfrm rot="16200000">
              <a:off x="2160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8" name="object 24"/>
            <p:cNvSpPr/>
            <p:nvPr/>
          </p:nvSpPr>
          <p:spPr>
            <a:xfrm rot="16200000">
              <a:off x="216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9" name="object 25"/>
            <p:cNvSpPr/>
            <p:nvPr/>
          </p:nvSpPr>
          <p:spPr>
            <a:xfrm rot="16200000">
              <a:off x="216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0" name="object 26"/>
            <p:cNvSpPr/>
            <p:nvPr/>
          </p:nvSpPr>
          <p:spPr>
            <a:xfrm rot="16200000">
              <a:off x="216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1" name="object 27"/>
            <p:cNvSpPr/>
            <p:nvPr/>
          </p:nvSpPr>
          <p:spPr>
            <a:xfrm rot="16200000">
              <a:off x="28080" y="554868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2" name="object 28"/>
            <p:cNvSpPr/>
            <p:nvPr/>
          </p:nvSpPr>
          <p:spPr>
            <a:xfrm rot="16200000">
              <a:off x="28080" y="506844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3" name="object 29"/>
            <p:cNvSpPr/>
            <p:nvPr/>
          </p:nvSpPr>
          <p:spPr>
            <a:xfrm rot="16200000">
              <a:off x="216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4" name="object 30"/>
            <p:cNvSpPr/>
            <p:nvPr/>
          </p:nvSpPr>
          <p:spPr>
            <a:xfrm rot="16200000">
              <a:off x="216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5" name="object 31"/>
            <p:cNvSpPr/>
            <p:nvPr/>
          </p:nvSpPr>
          <p:spPr>
            <a:xfrm rot="16200000">
              <a:off x="216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6" name="object 32"/>
            <p:cNvSpPr/>
            <p:nvPr/>
          </p:nvSpPr>
          <p:spPr>
            <a:xfrm rot="16200000">
              <a:off x="2160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7" name="object 33"/>
            <p:cNvSpPr/>
            <p:nvPr/>
          </p:nvSpPr>
          <p:spPr>
            <a:xfrm rot="16200000">
              <a:off x="7164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8" name="object 34"/>
            <p:cNvSpPr/>
            <p:nvPr/>
          </p:nvSpPr>
          <p:spPr>
            <a:xfrm rot="16200000">
              <a:off x="7164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9" name="object 35"/>
            <p:cNvSpPr/>
            <p:nvPr/>
          </p:nvSpPr>
          <p:spPr>
            <a:xfrm rot="16200000">
              <a:off x="716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0" name="object 36"/>
            <p:cNvSpPr/>
            <p:nvPr/>
          </p:nvSpPr>
          <p:spPr>
            <a:xfrm rot="16200000">
              <a:off x="716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1" name="object 37"/>
            <p:cNvSpPr/>
            <p:nvPr/>
          </p:nvSpPr>
          <p:spPr>
            <a:xfrm rot="16200000">
              <a:off x="78840" y="554832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2" name="object 38"/>
            <p:cNvSpPr/>
            <p:nvPr/>
          </p:nvSpPr>
          <p:spPr>
            <a:xfrm rot="16200000">
              <a:off x="78840" y="506880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3" name="object 39"/>
            <p:cNvSpPr/>
            <p:nvPr/>
          </p:nvSpPr>
          <p:spPr>
            <a:xfrm rot="16200000">
              <a:off x="716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4" name="object 40"/>
            <p:cNvSpPr/>
            <p:nvPr/>
          </p:nvSpPr>
          <p:spPr>
            <a:xfrm rot="16200000">
              <a:off x="716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5" name="object 41"/>
            <p:cNvSpPr/>
            <p:nvPr/>
          </p:nvSpPr>
          <p:spPr>
            <a:xfrm rot="16200000">
              <a:off x="7164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6" name="object 42"/>
            <p:cNvSpPr/>
            <p:nvPr/>
          </p:nvSpPr>
          <p:spPr>
            <a:xfrm rot="16200000">
              <a:off x="7164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7" name="object 43"/>
            <p:cNvSpPr/>
            <p:nvPr/>
          </p:nvSpPr>
          <p:spPr>
            <a:xfrm rot="16200000">
              <a:off x="12168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8" name="object 44"/>
            <p:cNvSpPr/>
            <p:nvPr/>
          </p:nvSpPr>
          <p:spPr>
            <a:xfrm rot="16200000">
              <a:off x="12168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9" name="object 45"/>
            <p:cNvSpPr/>
            <p:nvPr/>
          </p:nvSpPr>
          <p:spPr>
            <a:xfrm rot="16200000">
              <a:off x="1216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0" name="object 46"/>
            <p:cNvSpPr/>
            <p:nvPr/>
          </p:nvSpPr>
          <p:spPr>
            <a:xfrm rot="16200000">
              <a:off x="1216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1" name="object 47"/>
            <p:cNvSpPr/>
            <p:nvPr/>
          </p:nvSpPr>
          <p:spPr>
            <a:xfrm rot="16200000">
              <a:off x="123120" y="554292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2" name="object 48"/>
            <p:cNvSpPr/>
            <p:nvPr/>
          </p:nvSpPr>
          <p:spPr>
            <a:xfrm rot="16200000">
              <a:off x="123120" y="507420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3" name="object 49"/>
            <p:cNvSpPr/>
            <p:nvPr/>
          </p:nvSpPr>
          <p:spPr>
            <a:xfrm rot="16200000">
              <a:off x="1216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4" name="object 50"/>
            <p:cNvSpPr/>
            <p:nvPr/>
          </p:nvSpPr>
          <p:spPr>
            <a:xfrm rot="16200000">
              <a:off x="1216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5" name="object 51"/>
            <p:cNvSpPr/>
            <p:nvPr/>
          </p:nvSpPr>
          <p:spPr>
            <a:xfrm rot="16200000">
              <a:off x="12168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6" name="object 52"/>
            <p:cNvSpPr/>
            <p:nvPr/>
          </p:nvSpPr>
          <p:spPr>
            <a:xfrm rot="16200000">
              <a:off x="12168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7" name="object 53"/>
            <p:cNvSpPr/>
            <p:nvPr/>
          </p:nvSpPr>
          <p:spPr>
            <a:xfrm rot="16200000">
              <a:off x="17172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8" name="object 54"/>
            <p:cNvSpPr/>
            <p:nvPr/>
          </p:nvSpPr>
          <p:spPr>
            <a:xfrm rot="16200000">
              <a:off x="17172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9" name="object 55"/>
            <p:cNvSpPr/>
            <p:nvPr/>
          </p:nvSpPr>
          <p:spPr>
            <a:xfrm rot="16200000">
              <a:off x="17172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0" name="object 56"/>
            <p:cNvSpPr/>
            <p:nvPr/>
          </p:nvSpPr>
          <p:spPr>
            <a:xfrm rot="16200000">
              <a:off x="1717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1" name="object 57"/>
            <p:cNvSpPr/>
            <p:nvPr/>
          </p:nvSpPr>
          <p:spPr>
            <a:xfrm rot="16200000">
              <a:off x="1717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2" name="object 58"/>
            <p:cNvSpPr/>
            <p:nvPr/>
          </p:nvSpPr>
          <p:spPr>
            <a:xfrm rot="16200000">
              <a:off x="1717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3" name="object 59"/>
            <p:cNvSpPr/>
            <p:nvPr/>
          </p:nvSpPr>
          <p:spPr>
            <a:xfrm rot="16200000">
              <a:off x="1717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4" name="object 60"/>
            <p:cNvSpPr/>
            <p:nvPr/>
          </p:nvSpPr>
          <p:spPr>
            <a:xfrm rot="16200000">
              <a:off x="17172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5" name="object 61"/>
            <p:cNvSpPr/>
            <p:nvPr/>
          </p:nvSpPr>
          <p:spPr>
            <a:xfrm rot="16200000">
              <a:off x="17172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6" name="object 62"/>
            <p:cNvSpPr/>
            <p:nvPr/>
          </p:nvSpPr>
          <p:spPr>
            <a:xfrm rot="16200000">
              <a:off x="17172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7" name="object 63"/>
            <p:cNvSpPr/>
            <p:nvPr/>
          </p:nvSpPr>
          <p:spPr>
            <a:xfrm rot="16200000">
              <a:off x="226440" y="574344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8" name="object 64"/>
            <p:cNvSpPr/>
            <p:nvPr/>
          </p:nvSpPr>
          <p:spPr>
            <a:xfrm rot="16200000">
              <a:off x="22176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9" name="object 65"/>
            <p:cNvSpPr/>
            <p:nvPr/>
          </p:nvSpPr>
          <p:spPr>
            <a:xfrm rot="16200000">
              <a:off x="22176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0" name="object 66"/>
            <p:cNvSpPr/>
            <p:nvPr/>
          </p:nvSpPr>
          <p:spPr>
            <a:xfrm rot="16200000">
              <a:off x="22176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1" name="object 67"/>
            <p:cNvSpPr/>
            <p:nvPr/>
          </p:nvSpPr>
          <p:spPr>
            <a:xfrm rot="16200000">
              <a:off x="22176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2" name="object 68"/>
            <p:cNvSpPr/>
            <p:nvPr/>
          </p:nvSpPr>
          <p:spPr>
            <a:xfrm rot="16200000">
              <a:off x="2217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3" name="object 69"/>
            <p:cNvSpPr/>
            <p:nvPr/>
          </p:nvSpPr>
          <p:spPr>
            <a:xfrm rot="16200000">
              <a:off x="2217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4" name="object 70"/>
            <p:cNvSpPr/>
            <p:nvPr/>
          </p:nvSpPr>
          <p:spPr>
            <a:xfrm rot="16200000">
              <a:off x="22176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5" name="object 71"/>
            <p:cNvSpPr/>
            <p:nvPr/>
          </p:nvSpPr>
          <p:spPr>
            <a:xfrm rot="16200000">
              <a:off x="22176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6" name="object 72"/>
            <p:cNvSpPr/>
            <p:nvPr/>
          </p:nvSpPr>
          <p:spPr>
            <a:xfrm rot="16200000">
              <a:off x="22176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7" name="object 73"/>
            <p:cNvSpPr/>
            <p:nvPr/>
          </p:nvSpPr>
          <p:spPr>
            <a:xfrm rot="16200000">
              <a:off x="22176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8" name="object 74"/>
            <p:cNvSpPr/>
            <p:nvPr/>
          </p:nvSpPr>
          <p:spPr>
            <a:xfrm rot="16200000">
              <a:off x="226440" y="487620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9" name="object 75"/>
            <p:cNvSpPr/>
            <p:nvPr/>
          </p:nvSpPr>
          <p:spPr>
            <a:xfrm rot="16200000">
              <a:off x="2718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0" name="object 76"/>
            <p:cNvSpPr/>
            <p:nvPr/>
          </p:nvSpPr>
          <p:spPr>
            <a:xfrm rot="16200000">
              <a:off x="2718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1" name="object 77"/>
            <p:cNvSpPr/>
            <p:nvPr/>
          </p:nvSpPr>
          <p:spPr>
            <a:xfrm rot="16200000">
              <a:off x="2718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2" name="object 78"/>
            <p:cNvSpPr/>
            <p:nvPr/>
          </p:nvSpPr>
          <p:spPr>
            <a:xfrm rot="16200000">
              <a:off x="27180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3" name="object 79"/>
            <p:cNvSpPr/>
            <p:nvPr/>
          </p:nvSpPr>
          <p:spPr>
            <a:xfrm rot="16200000">
              <a:off x="27180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4" name="object 80"/>
            <p:cNvSpPr/>
            <p:nvPr/>
          </p:nvSpPr>
          <p:spPr>
            <a:xfrm rot="16200000">
              <a:off x="27180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5" name="object 81"/>
            <p:cNvSpPr/>
            <p:nvPr/>
          </p:nvSpPr>
          <p:spPr>
            <a:xfrm rot="16200000">
              <a:off x="27180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6" name="object 82"/>
            <p:cNvSpPr/>
            <p:nvPr/>
          </p:nvSpPr>
          <p:spPr>
            <a:xfrm rot="16200000">
              <a:off x="27180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7" name="object 83"/>
            <p:cNvSpPr/>
            <p:nvPr/>
          </p:nvSpPr>
          <p:spPr>
            <a:xfrm rot="16200000">
              <a:off x="27180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8" name="object 84"/>
            <p:cNvSpPr/>
            <p:nvPr/>
          </p:nvSpPr>
          <p:spPr>
            <a:xfrm rot="16200000">
              <a:off x="2718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9" name="object 85"/>
            <p:cNvSpPr/>
            <p:nvPr/>
          </p:nvSpPr>
          <p:spPr>
            <a:xfrm rot="16200000">
              <a:off x="2718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0" name="object 86"/>
            <p:cNvSpPr/>
            <p:nvPr/>
          </p:nvSpPr>
          <p:spPr>
            <a:xfrm rot="16200000">
              <a:off x="2718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1" name="object 87"/>
            <p:cNvSpPr/>
            <p:nvPr/>
          </p:nvSpPr>
          <p:spPr>
            <a:xfrm rot="16200000">
              <a:off x="323640" y="569448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2" name="object 88"/>
            <p:cNvSpPr/>
            <p:nvPr/>
          </p:nvSpPr>
          <p:spPr>
            <a:xfrm rot="16200000">
              <a:off x="3218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3" name="object 89"/>
            <p:cNvSpPr/>
            <p:nvPr/>
          </p:nvSpPr>
          <p:spPr>
            <a:xfrm rot="16200000">
              <a:off x="3218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4" name="object 90"/>
            <p:cNvSpPr/>
            <p:nvPr/>
          </p:nvSpPr>
          <p:spPr>
            <a:xfrm rot="16200000">
              <a:off x="32184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5" name="object 91"/>
            <p:cNvSpPr/>
            <p:nvPr/>
          </p:nvSpPr>
          <p:spPr>
            <a:xfrm rot="16200000">
              <a:off x="32184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6" name="object 92"/>
            <p:cNvSpPr/>
            <p:nvPr/>
          </p:nvSpPr>
          <p:spPr>
            <a:xfrm rot="16200000">
              <a:off x="32184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7" name="object 93"/>
            <p:cNvSpPr/>
            <p:nvPr/>
          </p:nvSpPr>
          <p:spPr>
            <a:xfrm rot="16200000">
              <a:off x="32184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8" name="object 94"/>
            <p:cNvSpPr/>
            <p:nvPr/>
          </p:nvSpPr>
          <p:spPr>
            <a:xfrm rot="16200000">
              <a:off x="32184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9" name="object 95"/>
            <p:cNvSpPr/>
            <p:nvPr/>
          </p:nvSpPr>
          <p:spPr>
            <a:xfrm rot="16200000">
              <a:off x="32184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0" name="object 96"/>
            <p:cNvSpPr/>
            <p:nvPr/>
          </p:nvSpPr>
          <p:spPr>
            <a:xfrm rot="16200000">
              <a:off x="32184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1" name="object 97"/>
            <p:cNvSpPr/>
            <p:nvPr/>
          </p:nvSpPr>
          <p:spPr>
            <a:xfrm rot="16200000">
              <a:off x="32184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2" name="object 98"/>
            <p:cNvSpPr/>
            <p:nvPr/>
          </p:nvSpPr>
          <p:spPr>
            <a:xfrm rot="16200000">
              <a:off x="32184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3" name="object 99"/>
            <p:cNvSpPr/>
            <p:nvPr/>
          </p:nvSpPr>
          <p:spPr>
            <a:xfrm rot="16200000">
              <a:off x="32184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4" name="object 100"/>
            <p:cNvSpPr/>
            <p:nvPr/>
          </p:nvSpPr>
          <p:spPr>
            <a:xfrm rot="16200000">
              <a:off x="3218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5" name="object 101"/>
            <p:cNvSpPr/>
            <p:nvPr/>
          </p:nvSpPr>
          <p:spPr>
            <a:xfrm rot="16200000">
              <a:off x="3218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6" name="object 102"/>
            <p:cNvSpPr/>
            <p:nvPr/>
          </p:nvSpPr>
          <p:spPr>
            <a:xfrm rot="16200000">
              <a:off x="323640" y="492552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7" name="object 103"/>
            <p:cNvSpPr/>
            <p:nvPr/>
          </p:nvSpPr>
          <p:spPr>
            <a:xfrm rot="16200000">
              <a:off x="3718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8" name="object 104"/>
            <p:cNvSpPr/>
            <p:nvPr/>
          </p:nvSpPr>
          <p:spPr>
            <a:xfrm rot="16200000">
              <a:off x="3718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9" name="object 105"/>
            <p:cNvSpPr/>
            <p:nvPr/>
          </p:nvSpPr>
          <p:spPr>
            <a:xfrm rot="16200000">
              <a:off x="37188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0" name="object 106"/>
            <p:cNvSpPr/>
            <p:nvPr/>
          </p:nvSpPr>
          <p:spPr>
            <a:xfrm rot="16200000">
              <a:off x="37188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1" name="object 107"/>
            <p:cNvSpPr/>
            <p:nvPr/>
          </p:nvSpPr>
          <p:spPr>
            <a:xfrm rot="16200000">
              <a:off x="37188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2" name="object 108"/>
            <p:cNvSpPr/>
            <p:nvPr/>
          </p:nvSpPr>
          <p:spPr>
            <a:xfrm rot="16200000">
              <a:off x="37188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3" name="object 109"/>
            <p:cNvSpPr/>
            <p:nvPr/>
          </p:nvSpPr>
          <p:spPr>
            <a:xfrm rot="16200000">
              <a:off x="37188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4" name="object 110"/>
            <p:cNvSpPr/>
            <p:nvPr/>
          </p:nvSpPr>
          <p:spPr>
            <a:xfrm rot="16200000">
              <a:off x="37188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5" name="object 111"/>
            <p:cNvSpPr/>
            <p:nvPr/>
          </p:nvSpPr>
          <p:spPr>
            <a:xfrm rot="16200000">
              <a:off x="37188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6" name="object 112"/>
            <p:cNvSpPr/>
            <p:nvPr/>
          </p:nvSpPr>
          <p:spPr>
            <a:xfrm rot="16200000">
              <a:off x="37188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7" name="object 113"/>
            <p:cNvSpPr/>
            <p:nvPr/>
          </p:nvSpPr>
          <p:spPr>
            <a:xfrm rot="16200000">
              <a:off x="37188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8" name="object 114"/>
            <p:cNvSpPr/>
            <p:nvPr/>
          </p:nvSpPr>
          <p:spPr>
            <a:xfrm rot="16200000">
              <a:off x="37188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9" name="object 115"/>
            <p:cNvSpPr/>
            <p:nvPr/>
          </p:nvSpPr>
          <p:spPr>
            <a:xfrm rot="16200000">
              <a:off x="3718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0" name="object 116"/>
            <p:cNvSpPr/>
            <p:nvPr/>
          </p:nvSpPr>
          <p:spPr>
            <a:xfrm rot="16200000">
              <a:off x="3718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1" name="object 117"/>
            <p:cNvSpPr/>
            <p:nvPr/>
          </p:nvSpPr>
          <p:spPr>
            <a:xfrm rot="16200000">
              <a:off x="4219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2" name="object 118"/>
            <p:cNvSpPr/>
            <p:nvPr/>
          </p:nvSpPr>
          <p:spPr>
            <a:xfrm rot="16200000">
              <a:off x="4219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3" name="object 119"/>
            <p:cNvSpPr/>
            <p:nvPr/>
          </p:nvSpPr>
          <p:spPr>
            <a:xfrm rot="16200000">
              <a:off x="42192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4" name="object 120"/>
            <p:cNvSpPr/>
            <p:nvPr/>
          </p:nvSpPr>
          <p:spPr>
            <a:xfrm rot="16200000">
              <a:off x="42192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5" name="object 121"/>
            <p:cNvSpPr/>
            <p:nvPr/>
          </p:nvSpPr>
          <p:spPr>
            <a:xfrm rot="16200000">
              <a:off x="42192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6" name="object 122"/>
            <p:cNvSpPr/>
            <p:nvPr/>
          </p:nvSpPr>
          <p:spPr>
            <a:xfrm rot="16200000">
              <a:off x="42192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7" name="object 123"/>
            <p:cNvSpPr/>
            <p:nvPr/>
          </p:nvSpPr>
          <p:spPr>
            <a:xfrm rot="16200000">
              <a:off x="42192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8" name="object 124"/>
            <p:cNvSpPr/>
            <p:nvPr/>
          </p:nvSpPr>
          <p:spPr>
            <a:xfrm rot="16200000">
              <a:off x="42192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9" name="object 125"/>
            <p:cNvSpPr/>
            <p:nvPr/>
          </p:nvSpPr>
          <p:spPr>
            <a:xfrm rot="16200000">
              <a:off x="42192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0" name="object 126"/>
            <p:cNvSpPr/>
            <p:nvPr/>
          </p:nvSpPr>
          <p:spPr>
            <a:xfrm rot="16200000">
              <a:off x="42192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1" name="object 127"/>
            <p:cNvSpPr/>
            <p:nvPr/>
          </p:nvSpPr>
          <p:spPr>
            <a:xfrm rot="16200000">
              <a:off x="4219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2" name="object 128"/>
            <p:cNvSpPr/>
            <p:nvPr/>
          </p:nvSpPr>
          <p:spPr>
            <a:xfrm rot="16200000">
              <a:off x="4219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3" name="object 129"/>
            <p:cNvSpPr/>
            <p:nvPr/>
          </p:nvSpPr>
          <p:spPr>
            <a:xfrm rot="16200000">
              <a:off x="469800" y="554400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4" name="object 130"/>
            <p:cNvSpPr/>
            <p:nvPr/>
          </p:nvSpPr>
          <p:spPr>
            <a:xfrm rot="16200000">
              <a:off x="4719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5" name="object 131"/>
            <p:cNvSpPr/>
            <p:nvPr/>
          </p:nvSpPr>
          <p:spPr>
            <a:xfrm rot="16200000">
              <a:off x="47196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6" name="object 132"/>
            <p:cNvSpPr/>
            <p:nvPr/>
          </p:nvSpPr>
          <p:spPr>
            <a:xfrm rot="16200000">
              <a:off x="47196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7" name="object 133"/>
            <p:cNvSpPr/>
            <p:nvPr/>
          </p:nvSpPr>
          <p:spPr>
            <a:xfrm rot="16200000">
              <a:off x="47196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8" name="object 134"/>
            <p:cNvSpPr/>
            <p:nvPr/>
          </p:nvSpPr>
          <p:spPr>
            <a:xfrm rot="16200000">
              <a:off x="47196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9" name="object 135"/>
            <p:cNvSpPr/>
            <p:nvPr/>
          </p:nvSpPr>
          <p:spPr>
            <a:xfrm rot="16200000">
              <a:off x="47196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0" name="object 136"/>
            <p:cNvSpPr/>
            <p:nvPr/>
          </p:nvSpPr>
          <p:spPr>
            <a:xfrm rot="16200000">
              <a:off x="47196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1" name="object 137"/>
            <p:cNvSpPr/>
            <p:nvPr/>
          </p:nvSpPr>
          <p:spPr>
            <a:xfrm rot="16200000">
              <a:off x="4719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2" name="object 138"/>
            <p:cNvSpPr/>
            <p:nvPr/>
          </p:nvSpPr>
          <p:spPr>
            <a:xfrm rot="16200000">
              <a:off x="469800" y="507996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3" name="object 139"/>
            <p:cNvSpPr/>
            <p:nvPr/>
          </p:nvSpPr>
          <p:spPr>
            <a:xfrm rot="16200000">
              <a:off x="515880" y="544356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4" name="object 140"/>
            <p:cNvSpPr/>
            <p:nvPr/>
          </p:nvSpPr>
          <p:spPr>
            <a:xfrm rot="16200000">
              <a:off x="520920" y="538776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5" name="object 141"/>
            <p:cNvSpPr/>
            <p:nvPr/>
          </p:nvSpPr>
          <p:spPr>
            <a:xfrm rot="16200000">
              <a:off x="52200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6" name="object 142"/>
            <p:cNvSpPr/>
            <p:nvPr/>
          </p:nvSpPr>
          <p:spPr>
            <a:xfrm rot="16200000">
              <a:off x="52200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7" name="object 143"/>
            <p:cNvSpPr/>
            <p:nvPr/>
          </p:nvSpPr>
          <p:spPr>
            <a:xfrm rot="16200000">
              <a:off x="520920" y="523260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8" name="object 144"/>
            <p:cNvSpPr/>
            <p:nvPr/>
          </p:nvSpPr>
          <p:spPr>
            <a:xfrm rot="16200000">
              <a:off x="515880" y="518724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</p:grpSp>
      <p:sp>
        <p:nvSpPr>
          <p:cNvPr id="309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lt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188958-AAE3-44CE-8925-C1199477859F}"/>
              </a:ext>
            </a:extLst>
          </p:cNvPr>
          <p:cNvSpPr/>
          <p:nvPr/>
        </p:nvSpPr>
        <p:spPr>
          <a:xfrm>
            <a:off x="5024947" y="42902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state_eq.py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BA56FC-4E4E-29A4-9860-5685CF427DC2}"/>
              </a:ext>
            </a:extLst>
          </p:cNvPr>
          <p:cNvSpPr/>
          <p:nvPr/>
        </p:nvSpPr>
        <p:spPr>
          <a:xfrm>
            <a:off x="3642429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kinetic_eq.py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99FCE-99FA-1364-7988-E86CACAA52E2}"/>
              </a:ext>
            </a:extLst>
          </p:cNvPr>
          <p:cNvSpPr/>
          <p:nvPr/>
        </p:nvSpPr>
        <p:spPr>
          <a:xfrm>
            <a:off x="5024947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inst_value.py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C07E90-E197-4BF1-E436-B3CBF2098582}"/>
              </a:ext>
            </a:extLst>
          </p:cNvPr>
          <p:cNvSpPr/>
          <p:nvPr/>
        </p:nvSpPr>
        <p:spPr>
          <a:xfrm>
            <a:off x="6407465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coefficient.py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7AD0A1C-0D13-8F5B-91B5-6BF5F81642A3}"/>
              </a:ext>
            </a:extLst>
          </p:cNvPr>
          <p:cNvCxnSpPr>
            <a:stCxn id="5" idx="0"/>
            <a:endCxn id="4" idx="1"/>
          </p:cNvCxnSpPr>
          <p:nvPr/>
        </p:nvCxnSpPr>
        <p:spPr>
          <a:xfrm rot="5400000" flipH="1" flipV="1">
            <a:off x="4427728" y="4242941"/>
            <a:ext cx="384973" cy="809466"/>
          </a:xfrm>
          <a:prstGeom prst="bentConnector2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CB48BE70-926C-0721-7A39-CBEFE49CBEF9}"/>
              </a:ext>
            </a:extLst>
          </p:cNvPr>
          <p:cNvCxnSpPr>
            <a:cxnSpLocks/>
            <a:stCxn id="7" idx="0"/>
            <a:endCxn id="4" idx="3"/>
          </p:cNvCxnSpPr>
          <p:nvPr/>
        </p:nvCxnSpPr>
        <p:spPr>
          <a:xfrm rot="16200000" flipV="1">
            <a:off x="6383298" y="4242940"/>
            <a:ext cx="384973" cy="809467"/>
          </a:xfrm>
          <a:prstGeom prst="bentConnector2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C4A7473-F79D-67B3-1CDE-6E21BAA6277E}"/>
              </a:ext>
            </a:extLst>
          </p:cNvPr>
          <p:cNvCxnSpPr>
            <a:stCxn id="6" idx="0"/>
            <a:endCxn id="4" idx="2"/>
          </p:cNvCxnSpPr>
          <p:nvPr/>
        </p:nvCxnSpPr>
        <p:spPr>
          <a:xfrm flipV="1">
            <a:off x="5597999" y="4620158"/>
            <a:ext cx="0" cy="220002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7ECB6B8-47F5-9CB5-3170-71C90B93D15D}"/>
              </a:ext>
            </a:extLst>
          </p:cNvPr>
          <p:cNvCxnSpPr>
            <a:cxnSpLocks/>
          </p:cNvCxnSpPr>
          <p:nvPr/>
        </p:nvCxnSpPr>
        <p:spPr>
          <a:xfrm>
            <a:off x="5958397" y="350256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BF0B7F-FD6F-07D7-0EC3-F7D1A48FDFBA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>
            <a:off x="6171050" y="5005132"/>
            <a:ext cx="23641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50DE003-68ED-4C2B-D146-5AFFFC76803F}"/>
              </a:ext>
            </a:extLst>
          </p:cNvPr>
          <p:cNvCxnSpPr>
            <a:cxnSpLocks/>
            <a:stCxn id="7" idx="2"/>
            <a:endCxn id="5" idx="2"/>
          </p:cNvCxnSpPr>
          <p:nvPr/>
        </p:nvCxnSpPr>
        <p:spPr>
          <a:xfrm rot="5400000">
            <a:off x="5597999" y="3787585"/>
            <a:ext cx="12700" cy="2765036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63954C3-92F5-D357-48E0-1F727B7E3E63}"/>
              </a:ext>
            </a:extLst>
          </p:cNvPr>
          <p:cNvSpPr/>
          <p:nvPr/>
        </p:nvSpPr>
        <p:spPr>
          <a:xfrm>
            <a:off x="5024947" y="3637708"/>
            <a:ext cx="1146103" cy="428367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model.py</a:t>
            </a:r>
          </a:p>
          <a:p>
            <a:pPr algn="ctr"/>
            <a:endParaRPr lang="en-US" sz="800" dirty="0">
              <a:solidFill>
                <a:schemeClr val="bg1"/>
              </a:solidFill>
            </a:endParaRPr>
          </a:p>
          <a:p>
            <a:pPr algn="ctr"/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865BF1-3326-0F3D-56C5-3210A67B88DD}"/>
              </a:ext>
            </a:extLst>
          </p:cNvPr>
          <p:cNvSpPr/>
          <p:nvPr/>
        </p:nvSpPr>
        <p:spPr>
          <a:xfrm>
            <a:off x="5024947" y="3796328"/>
            <a:ext cx="1146103" cy="287273"/>
          </a:xfrm>
          <a:prstGeom prst="rect">
            <a:avLst/>
          </a:prstGeom>
          <a:solidFill>
            <a:schemeClr val="tx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Class: PEMFC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392A148-F25D-3B13-CE6D-30CFB454FBE7}"/>
              </a:ext>
            </a:extLst>
          </p:cNvPr>
          <p:cNvCxnSpPr>
            <a:cxnSpLocks/>
            <a:stCxn id="4" idx="0"/>
            <a:endCxn id="28" idx="2"/>
          </p:cNvCxnSpPr>
          <p:nvPr/>
        </p:nvCxnSpPr>
        <p:spPr>
          <a:xfrm flipV="1">
            <a:off x="5597999" y="4083601"/>
            <a:ext cx="0" cy="206614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385016-B1F9-C491-FCE7-9BE8D2F8E69F}"/>
              </a:ext>
            </a:extLst>
          </p:cNvPr>
          <p:cNvSpPr/>
          <p:nvPr/>
        </p:nvSpPr>
        <p:spPr>
          <a:xfrm>
            <a:off x="5024020" y="1653929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29BD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main.py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626DE21-66F6-0868-60FC-F50D8C4BB79E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flipH="1" flipV="1">
            <a:off x="5597072" y="1983872"/>
            <a:ext cx="927" cy="1653836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3CB8AC4-8386-494B-59B7-183B15AE4C47}"/>
              </a:ext>
            </a:extLst>
          </p:cNvPr>
          <p:cNvSpPr/>
          <p:nvPr/>
        </p:nvSpPr>
        <p:spPr>
          <a:xfrm>
            <a:off x="3283323" y="3473469"/>
            <a:ext cx="4613415" cy="2210100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BB960B8-A4DE-975E-84C2-E865A0BF710D}"/>
              </a:ext>
            </a:extLst>
          </p:cNvPr>
          <p:cNvSpPr/>
          <p:nvPr/>
        </p:nvSpPr>
        <p:spPr>
          <a:xfrm>
            <a:off x="6348095" y="1907248"/>
            <a:ext cx="1559859" cy="1285614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85DF0B-56C5-434E-5BC7-0F904D294EF8}"/>
              </a:ext>
            </a:extLst>
          </p:cNvPr>
          <p:cNvSpPr txBox="1"/>
          <p:nvPr/>
        </p:nvSpPr>
        <p:spPr>
          <a:xfrm>
            <a:off x="5253991" y="5406570"/>
            <a:ext cx="688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./model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0B6823-77C5-C8FF-DDF3-F9B41522C90E}"/>
              </a:ext>
            </a:extLst>
          </p:cNvPr>
          <p:cNvSpPr txBox="1"/>
          <p:nvPr/>
        </p:nvSpPr>
        <p:spPr>
          <a:xfrm>
            <a:off x="6789455" y="2991468"/>
            <a:ext cx="5950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./config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6E9CC4-1D32-1569-FE57-9935AACC3C55}"/>
              </a:ext>
            </a:extLst>
          </p:cNvPr>
          <p:cNvSpPr/>
          <p:nvPr/>
        </p:nvSpPr>
        <p:spPr>
          <a:xfrm>
            <a:off x="6554972" y="2595181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010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initialize.py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26456B-168E-3426-8081-894E5192D226}"/>
              </a:ext>
            </a:extLst>
          </p:cNvPr>
          <p:cNvSpPr/>
          <p:nvPr/>
        </p:nvSpPr>
        <p:spPr>
          <a:xfrm>
            <a:off x="6554972" y="21259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010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settings.py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CC92832-BCA0-DBBD-69FF-F2A7C08D5AE5}"/>
              </a:ext>
            </a:extLst>
          </p:cNvPr>
          <p:cNvSpPr/>
          <p:nvPr/>
        </p:nvSpPr>
        <p:spPr>
          <a:xfrm>
            <a:off x="5024021" y="1130932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GUI.py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1CBC681-6E2D-0515-ADB8-FE61E3A17C92}"/>
              </a:ext>
            </a:extLst>
          </p:cNvPr>
          <p:cNvCxnSpPr>
            <a:cxnSpLocks/>
            <a:stCxn id="13" idx="0"/>
            <a:endCxn id="63" idx="2"/>
          </p:cNvCxnSpPr>
          <p:nvPr/>
        </p:nvCxnSpPr>
        <p:spPr>
          <a:xfrm flipV="1">
            <a:off x="5597072" y="1460875"/>
            <a:ext cx="1" cy="193054"/>
          </a:xfrm>
          <a:prstGeom prst="straightConnector1">
            <a:avLst/>
          </a:prstGeom>
          <a:ln w="19050">
            <a:solidFill>
              <a:srgbClr val="29BD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EF932B07-D5E6-D78C-F475-F078907EDE91}"/>
              </a:ext>
            </a:extLst>
          </p:cNvPr>
          <p:cNvSpPr/>
          <p:nvPr/>
        </p:nvSpPr>
        <p:spPr>
          <a:xfrm>
            <a:off x="3283323" y="1907248"/>
            <a:ext cx="1559859" cy="1291470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C3CB3E-917A-246B-F9AC-1E35AD4903A8}"/>
              </a:ext>
            </a:extLst>
          </p:cNvPr>
          <p:cNvSpPr txBox="1"/>
          <p:nvPr/>
        </p:nvSpPr>
        <p:spPr>
          <a:xfrm>
            <a:off x="3630804" y="2991468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./modules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2773036-0E37-DA44-ECA5-6ED33E589C9E}"/>
              </a:ext>
            </a:extLst>
          </p:cNvPr>
          <p:cNvSpPr/>
          <p:nvPr/>
        </p:nvSpPr>
        <p:spPr>
          <a:xfrm>
            <a:off x="3496249" y="21259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display.py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19BED1-FCAC-951A-9D11-D69BD52A98CF}"/>
              </a:ext>
            </a:extLst>
          </p:cNvPr>
          <p:cNvSpPr/>
          <p:nvPr/>
        </p:nvSpPr>
        <p:spPr>
          <a:xfrm>
            <a:off x="3487272" y="2595181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calibration.py</a:t>
            </a: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3108F002-4050-F530-C0BB-E03029C903F3}"/>
              </a:ext>
            </a:extLst>
          </p:cNvPr>
          <p:cNvSpPr/>
          <p:nvPr/>
        </p:nvSpPr>
        <p:spPr>
          <a:xfrm>
            <a:off x="3047964" y="1135680"/>
            <a:ext cx="1512712" cy="325195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rgbClr val="94188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9C50A88-020E-08CD-C0A2-EEBE42D7ACBC}"/>
              </a:ext>
            </a:extLst>
          </p:cNvPr>
          <p:cNvSpPr txBox="1"/>
          <p:nvPr/>
        </p:nvSpPr>
        <p:spPr>
          <a:xfrm>
            <a:off x="3490936" y="1163788"/>
            <a:ext cx="5693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./data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C683000-429F-4E3A-41B4-A77DCAC8E4D6}"/>
              </a:ext>
            </a:extLst>
          </p:cNvPr>
          <p:cNvCxnSpPr>
            <a:stCxn id="113" idx="3"/>
            <a:endCxn id="63" idx="1"/>
          </p:cNvCxnSpPr>
          <p:nvPr/>
        </p:nvCxnSpPr>
        <p:spPr>
          <a:xfrm flipV="1">
            <a:off x="4560676" y="1295904"/>
            <a:ext cx="463345" cy="2374"/>
          </a:xfrm>
          <a:prstGeom prst="straightConnector1">
            <a:avLst/>
          </a:prstGeom>
          <a:ln w="9525">
            <a:solidFill>
              <a:srgbClr val="94188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EA24BFD7-431E-3914-00C3-1CF1625C4CD4}"/>
              </a:ext>
            </a:extLst>
          </p:cNvPr>
          <p:cNvCxnSpPr>
            <a:cxnSpLocks/>
            <a:stCxn id="83" idx="1"/>
            <a:endCxn id="113" idx="1"/>
          </p:cNvCxnSpPr>
          <p:nvPr/>
        </p:nvCxnSpPr>
        <p:spPr>
          <a:xfrm rot="10800000">
            <a:off x="3047964" y="1298279"/>
            <a:ext cx="439308" cy="1461875"/>
          </a:xfrm>
          <a:prstGeom prst="bentConnector3">
            <a:avLst>
              <a:gd name="adj1" fmla="val 152036"/>
            </a:avLst>
          </a:prstGeom>
          <a:ln w="9525">
            <a:solidFill>
              <a:srgbClr val="941885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173F33A-3607-8AE6-2C28-5FAC119A5D34}"/>
              </a:ext>
            </a:extLst>
          </p:cNvPr>
          <p:cNvCxnSpPr/>
          <p:nvPr/>
        </p:nvCxnSpPr>
        <p:spPr>
          <a:xfrm>
            <a:off x="3466395" y="5883419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229FF082-9413-413E-7151-2813E7D50A88}"/>
              </a:ext>
            </a:extLst>
          </p:cNvPr>
          <p:cNvSpPr txBox="1"/>
          <p:nvPr/>
        </p:nvSpPr>
        <p:spPr>
          <a:xfrm>
            <a:off x="4061895" y="5747794"/>
            <a:ext cx="6078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folders</a:t>
            </a:r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33436DD-C959-573B-0BA5-D415A1584006}"/>
              </a:ext>
            </a:extLst>
          </p:cNvPr>
          <p:cNvCxnSpPr/>
          <p:nvPr/>
        </p:nvCxnSpPr>
        <p:spPr>
          <a:xfrm>
            <a:off x="4836609" y="5870323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D5D9EB0E-873A-F9EF-36CC-6C1C777EA1AE}"/>
              </a:ext>
            </a:extLst>
          </p:cNvPr>
          <p:cNvSpPr txBox="1"/>
          <p:nvPr/>
        </p:nvSpPr>
        <p:spPr>
          <a:xfrm>
            <a:off x="5421668" y="5747794"/>
            <a:ext cx="4363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files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077B6B5-6D72-9922-1814-C54A991AD5EC}"/>
              </a:ext>
            </a:extLst>
          </p:cNvPr>
          <p:cNvSpPr txBox="1"/>
          <p:nvPr/>
        </p:nvSpPr>
        <p:spPr>
          <a:xfrm>
            <a:off x="2999204" y="413232"/>
            <a:ext cx="5195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Software framework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786D0BE-40EE-0B3F-5595-FC2B73A2B848}"/>
              </a:ext>
            </a:extLst>
          </p:cNvPr>
          <p:cNvCxnSpPr/>
          <p:nvPr/>
        </p:nvCxnSpPr>
        <p:spPr>
          <a:xfrm>
            <a:off x="6024861" y="5862461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3B45CE09-059F-58D2-023C-9060F7D22677}"/>
              </a:ext>
            </a:extLst>
          </p:cNvPr>
          <p:cNvSpPr txBox="1"/>
          <p:nvPr/>
        </p:nvSpPr>
        <p:spPr>
          <a:xfrm>
            <a:off x="6609920" y="5739932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dependency</a:t>
            </a: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BC2604B9-44F2-35A5-EA55-53CB7CC4388C}"/>
              </a:ext>
            </a:extLst>
          </p:cNvPr>
          <p:cNvSpPr/>
          <p:nvPr/>
        </p:nvSpPr>
        <p:spPr>
          <a:xfrm>
            <a:off x="2370666" y="355831"/>
            <a:ext cx="6350001" cy="5685002"/>
          </a:xfrm>
          <a:prstGeom prst="roundRect">
            <a:avLst>
              <a:gd name="adj" fmla="val 7450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98817F9A-A328-1A8E-3C83-55A978CD66AD}"/>
              </a:ext>
            </a:extLst>
          </p:cNvPr>
          <p:cNvCxnSpPr>
            <a:cxnSpLocks/>
            <a:stCxn id="7" idx="3"/>
            <a:endCxn id="32" idx="3"/>
          </p:cNvCxnSpPr>
          <p:nvPr/>
        </p:nvCxnSpPr>
        <p:spPr>
          <a:xfrm flipV="1">
            <a:off x="7553568" y="2760153"/>
            <a:ext cx="147507" cy="2244979"/>
          </a:xfrm>
          <a:prstGeom prst="bentConnector3">
            <a:avLst>
              <a:gd name="adj1" fmla="val 361565"/>
            </a:avLst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7767D80-5061-7A7F-79ED-8B04F9A66528}"/>
              </a:ext>
            </a:extLst>
          </p:cNvPr>
          <p:cNvCxnSpPr>
            <a:cxnSpLocks/>
            <a:stCxn id="74" idx="0"/>
          </p:cNvCxnSpPr>
          <p:nvPr/>
        </p:nvCxnSpPr>
        <p:spPr>
          <a:xfrm rot="5400000" flipH="1" flipV="1">
            <a:off x="4463605" y="1066571"/>
            <a:ext cx="665041" cy="1453648"/>
          </a:xfrm>
          <a:prstGeom prst="bentConnector3">
            <a:avLst>
              <a:gd name="adj1" fmla="val 81107"/>
            </a:avLst>
          </a:prstGeom>
          <a:ln w="19050">
            <a:solidFill>
              <a:srgbClr val="7993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F997A440-ED48-5C90-227A-69BB3E151422}"/>
              </a:ext>
            </a:extLst>
          </p:cNvPr>
          <p:cNvCxnSpPr>
            <a:cxnSpLocks/>
          </p:cNvCxnSpPr>
          <p:nvPr/>
        </p:nvCxnSpPr>
        <p:spPr>
          <a:xfrm flipH="1">
            <a:off x="4642352" y="2341687"/>
            <a:ext cx="1912620" cy="0"/>
          </a:xfrm>
          <a:prstGeom prst="straightConnector1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454C48B-80EB-2DC4-72CF-6349976D913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>
            <a:off x="5657944" y="1984101"/>
            <a:ext cx="897028" cy="776052"/>
          </a:xfrm>
          <a:prstGeom prst="bentConnector2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EBD36CAD-6BD3-695F-89F6-54D26452B47A}"/>
              </a:ext>
            </a:extLst>
          </p:cNvPr>
          <p:cNvCxnSpPr>
            <a:cxnSpLocks/>
            <a:stCxn id="33" idx="1"/>
          </p:cNvCxnSpPr>
          <p:nvPr/>
        </p:nvCxnSpPr>
        <p:spPr>
          <a:xfrm rot="10800000">
            <a:off x="5718270" y="1984101"/>
            <a:ext cx="836703" cy="306786"/>
          </a:xfrm>
          <a:prstGeom prst="bentConnector2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04636FE4-F5B4-71C0-DF33-5C685CC60459}"/>
              </a:ext>
            </a:extLst>
          </p:cNvPr>
          <p:cNvCxnSpPr>
            <a:cxnSpLocks/>
            <a:stCxn id="83" idx="3"/>
          </p:cNvCxnSpPr>
          <p:nvPr/>
        </p:nvCxnSpPr>
        <p:spPr>
          <a:xfrm flipV="1">
            <a:off x="4633375" y="1983872"/>
            <a:ext cx="895290" cy="776281"/>
          </a:xfrm>
          <a:prstGeom prst="bentConnector2">
            <a:avLst/>
          </a:prstGeom>
          <a:ln w="19050">
            <a:solidFill>
              <a:srgbClr val="7993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203D07C0-0601-6646-58E9-A37C941A8390}"/>
              </a:ext>
            </a:extLst>
          </p:cNvPr>
          <p:cNvCxnSpPr>
            <a:cxnSpLocks/>
            <a:stCxn id="32" idx="0"/>
            <a:endCxn id="33" idx="2"/>
          </p:cNvCxnSpPr>
          <p:nvPr/>
        </p:nvCxnSpPr>
        <p:spPr>
          <a:xfrm flipV="1">
            <a:off x="7128024" y="2455858"/>
            <a:ext cx="0" cy="139323"/>
          </a:xfrm>
          <a:prstGeom prst="straightConnector1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DE89256-5BB5-66C8-E482-5D1C905FB890}"/>
              </a:ext>
            </a:extLst>
          </p:cNvPr>
          <p:cNvCxnSpPr>
            <a:cxnSpLocks/>
            <a:stCxn id="33" idx="0"/>
          </p:cNvCxnSpPr>
          <p:nvPr/>
        </p:nvCxnSpPr>
        <p:spPr>
          <a:xfrm rot="16200000" flipV="1">
            <a:off x="6060465" y="1058355"/>
            <a:ext cx="665040" cy="1470079"/>
          </a:xfrm>
          <a:prstGeom prst="bentConnector3">
            <a:avLst>
              <a:gd name="adj1" fmla="val 81032"/>
            </a:avLst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885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723F48-7721-37F1-51C5-89DCDA399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412" y="926470"/>
            <a:ext cx="6738075" cy="494679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7E4F941-88D0-6A75-15EE-CD5EEC777AD8}"/>
              </a:ext>
            </a:extLst>
          </p:cNvPr>
          <p:cNvSpPr/>
          <p:nvPr/>
        </p:nvSpPr>
        <p:spPr>
          <a:xfrm>
            <a:off x="2482534" y="1923964"/>
            <a:ext cx="6375976" cy="179983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18A0E7-B460-A74D-DE4A-FE78419AE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413" y="1923964"/>
            <a:ext cx="2508127" cy="13902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2480D35-0093-1A05-C862-EB6F341F6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151" y="2869744"/>
            <a:ext cx="5658777" cy="2765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548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11BEB98-4162-B844-E8C3-9DA6E4689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911" y="555989"/>
            <a:ext cx="7197222" cy="535037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8836E12-0A3C-1872-A694-8453FF5505A4}"/>
              </a:ext>
            </a:extLst>
          </p:cNvPr>
          <p:cNvSpPr/>
          <p:nvPr/>
        </p:nvSpPr>
        <p:spPr>
          <a:xfrm>
            <a:off x="2238417" y="1629163"/>
            <a:ext cx="6822831" cy="202016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750CD1-6007-D67C-C5B2-C14E5ECC0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186" y="3577950"/>
            <a:ext cx="2651463" cy="20201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922CCF-50D3-7DFE-51D6-3C90D1A53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164" y="2060504"/>
            <a:ext cx="2660486" cy="13884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0624CF-3F3F-796D-A346-2837EDC5EE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615" y="3181910"/>
            <a:ext cx="2937823" cy="149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994749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rgbClr val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</a:majorFont>
      <a:minorFont>
        <a:latin typeface="Arial" panose="020B06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1457</TotalTime>
  <Words>55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1_Thème Office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Sandrine QUARROZ</dc:creator>
  <dc:description/>
  <cp:lastModifiedBy>He QiAn</cp:lastModifiedBy>
  <cp:revision>11</cp:revision>
  <dcterms:created xsi:type="dcterms:W3CDTF">2025-01-30T09:26:16Z</dcterms:created>
  <dcterms:modified xsi:type="dcterms:W3CDTF">2026-04-30T01:37:50Z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  <property fmtid="{D5CDD505-2E9C-101B-9397-08002B2CF9AE}" pid="3" name="PresentationFormat">
    <vt:lpwstr>Grand écran</vt:lpwstr>
  </property>
  <property fmtid="{D5CDD505-2E9C-101B-9397-08002B2CF9AE}" pid="4" name="Slides">
    <vt:r8>6</vt:r8>
  </property>
</Properties>
</file>